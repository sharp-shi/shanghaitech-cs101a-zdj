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19" r:id="rId3"/>
    <p:sldId id="571" r:id="rId5"/>
    <p:sldId id="572" r:id="rId6"/>
    <p:sldId id="573" r:id="rId7"/>
    <p:sldId id="574" r:id="rId8"/>
    <p:sldId id="620" r:id="rId9"/>
    <p:sldId id="577" r:id="rId10"/>
    <p:sldId id="578" r:id="rId11"/>
    <p:sldId id="630" r:id="rId12"/>
    <p:sldId id="579" r:id="rId13"/>
    <p:sldId id="580" r:id="rId14"/>
    <p:sldId id="581" r:id="rId15"/>
    <p:sldId id="582" r:id="rId16"/>
    <p:sldId id="583" r:id="rId17"/>
    <p:sldId id="584" r:id="rId18"/>
    <p:sldId id="585" r:id="rId19"/>
    <p:sldId id="586" r:id="rId20"/>
    <p:sldId id="587" r:id="rId21"/>
    <p:sldId id="589" r:id="rId22"/>
    <p:sldId id="592" r:id="rId23"/>
    <p:sldId id="593" r:id="rId24"/>
    <p:sldId id="632" r:id="rId25"/>
    <p:sldId id="633" r:id="rId26"/>
    <p:sldId id="634" r:id="rId27"/>
    <p:sldId id="622" r:id="rId28"/>
    <p:sldId id="635" r:id="rId29"/>
    <p:sldId id="636" r:id="rId30"/>
    <p:sldId id="594" r:id="rId31"/>
    <p:sldId id="595" r:id="rId32"/>
    <p:sldId id="596" r:id="rId33"/>
    <p:sldId id="597" r:id="rId34"/>
    <p:sldId id="598" r:id="rId35"/>
    <p:sldId id="599" r:id="rId36"/>
    <p:sldId id="600" r:id="rId37"/>
    <p:sldId id="637" r:id="rId38"/>
    <p:sldId id="631" r:id="rId39"/>
    <p:sldId id="374" r:id="rId40"/>
    <p:sldId id="375" r:id="rId41"/>
    <p:sldId id="513" r:id="rId42"/>
    <p:sldId id="501" r:id="rId43"/>
    <p:sldId id="502" r:id="rId44"/>
    <p:sldId id="503" r:id="rId45"/>
    <p:sldId id="504" r:id="rId46"/>
    <p:sldId id="505" r:id="rId47"/>
    <p:sldId id="506" r:id="rId48"/>
    <p:sldId id="507" r:id="rId49"/>
    <p:sldId id="508" r:id="rId50"/>
    <p:sldId id="509" r:id="rId51"/>
    <p:sldId id="510" r:id="rId52"/>
    <p:sldId id="511" r:id="rId53"/>
    <p:sldId id="512" r:id="rId54"/>
    <p:sldId id="388" r:id="rId55"/>
    <p:sldId id="625" r:id="rId56"/>
    <p:sldId id="627" r:id="rId57"/>
    <p:sldId id="628" r:id="rId58"/>
    <p:sldId id="623" r:id="rId59"/>
    <p:sldId id="617" r:id="rId6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EE8A1A4-0607-40D1-8F92-AE9C94B9FE04}">
          <p14:sldIdLst>
            <p14:sldId id="619"/>
            <p14:sldId id="571"/>
            <p14:sldId id="572"/>
            <p14:sldId id="573"/>
            <p14:sldId id="574"/>
            <p14:sldId id="620"/>
            <p14:sldId id="577"/>
            <p14:sldId id="578"/>
          </p14:sldIdLst>
        </p14:section>
        <p14:section name="Untitled Section" id="{E5D15CB4-724D-443C-B335-24459BF9FE80}">
          <p14:sldIdLst>
            <p14:sldId id="630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9"/>
            <p14:sldId id="592"/>
            <p14:sldId id="593"/>
            <p14:sldId id="632"/>
            <p14:sldId id="633"/>
            <p14:sldId id="634"/>
            <p14:sldId id="622"/>
            <p14:sldId id="635"/>
            <p14:sldId id="636"/>
            <p14:sldId id="594"/>
            <p14:sldId id="595"/>
            <p14:sldId id="596"/>
            <p14:sldId id="597"/>
            <p14:sldId id="598"/>
            <p14:sldId id="599"/>
            <p14:sldId id="600"/>
            <p14:sldId id="637"/>
          </p14:sldIdLst>
        </p14:section>
        <p14:section name="Untitled Section" id="{7DEC9D7A-895C-486E-84F9-6A47CE58E51E}">
          <p14:sldIdLst>
            <p14:sldId id="631"/>
            <p14:sldId id="374"/>
            <p14:sldId id="375"/>
            <p14:sldId id="513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388"/>
            <p14:sldId id="625"/>
            <p14:sldId id="627"/>
            <p14:sldId id="628"/>
          </p14:sldIdLst>
        </p14:section>
        <p14:section name="Untitled Section" id="{56F9ACBB-F293-41BA-9545-BBB2B0E708BF}">
          <p14:sldIdLst>
            <p14:sldId id="623"/>
            <p14:sldId id="6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04" autoAdjust="0"/>
    <p:restoredTop sz="76245" autoAdjust="0"/>
  </p:normalViewPr>
  <p:slideViewPr>
    <p:cSldViewPr showGuides="1">
      <p:cViewPr varScale="1">
        <p:scale>
          <a:sx n="66" d="100"/>
          <a:sy n="66" d="100"/>
        </p:scale>
        <p:origin x="21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9870"/>
    </p:cViewPr>
  </p:sorterViewPr>
  <p:notesViewPr>
    <p:cSldViewPr>
      <p:cViewPr varScale="1">
        <p:scale>
          <a:sx n="92" d="100"/>
          <a:sy n="92" d="100"/>
        </p:scale>
        <p:origin x="-376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A6F3147-B3C0-4B2A-B964-AB106F786BE1}" type="datetimeFigureOut">
              <a:rPr lang="en-US"/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BF7B1FF-DFE5-4B27-8E0E-F1DDF2FB76BC}" type="slidenum">
              <a:rPr lang="en-CA"/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CA" altLang="zh-CN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Adapted from the slides by Douglas Wilhelm Harder of U Waterloo (https://ece.uwaterloo.ca/~dwharder/aads/Lecture_materials/)</a:t>
            </a:r>
            <a:endParaRPr lang="en-CA" altLang="zh-CN" sz="1200" dirty="0">
              <a:solidFill>
                <a:srgbClr val="000000"/>
              </a:solidFill>
              <a:latin typeface="Arial" panose="020B0604020202020204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CA" altLang="zh-CN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May also contain</a:t>
            </a:r>
            <a:r>
              <a:rPr lang="en-CA" altLang="zh-CN" sz="1200" baseline="0" dirty="0">
                <a:solidFill>
                  <a:srgbClr val="000000"/>
                </a:solidFill>
                <a:latin typeface="Arial" panose="020B0604020202020204"/>
                <a:cs typeface="+mn-cs"/>
              </a:rPr>
              <a:t> material from the s</a:t>
            </a:r>
            <a:r>
              <a:rPr lang="en-US" altLang="zh-CN" dirty="0" err="1"/>
              <a:t>lides</a:t>
            </a:r>
            <a:r>
              <a:rPr lang="en-US" altLang="zh-CN" dirty="0"/>
              <a:t> at https://courses.cs.washington.edu/courses/cse326/03wi/326lecturesb.shtml (by Dan </a:t>
            </a:r>
            <a:r>
              <a:rPr lang="en-US" altLang="zh-CN" dirty="0" err="1"/>
              <a:t>Suciu</a:t>
            </a:r>
            <a:r>
              <a:rPr lang="en-US" altLang="zh-CN" dirty="0"/>
              <a:t> of U Washington)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目前放映状态下有大概</a:t>
            </a:r>
            <a:r>
              <a:rPr lang="en-US" altLang="zh-CN" dirty="0"/>
              <a:t>35</a:t>
            </a:r>
            <a:r>
              <a:rPr lang="zh-CN" altLang="en-US" dirty="0"/>
              <a:t>页</a:t>
            </a:r>
            <a:r>
              <a:rPr lang="en-US" altLang="zh-CN" dirty="0"/>
              <a:t>PPT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 </a:t>
            </a:r>
            <a:r>
              <a:rPr lang="zh-CN" altLang="en-US" dirty="0"/>
              <a:t>这一个部分主要要讲解的只有</a:t>
            </a:r>
            <a:r>
              <a:rPr lang="en-US" altLang="zh-CN" dirty="0"/>
              <a:t>circular array</a:t>
            </a:r>
            <a:r>
              <a:rPr lang="zh-CN" altLang="en-US" dirty="0"/>
              <a:t>的思想，所以与这个部分无关的，涉及伪代码的页就都隐去了。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en-US" altLang="zh-CN" baseline="0" dirty="0"/>
              <a:t> </a:t>
            </a:r>
            <a:r>
              <a:rPr lang="zh-CN" altLang="en-US" baseline="0" dirty="0"/>
              <a:t>后面有关扩容的问题，跟</a:t>
            </a:r>
            <a:r>
              <a:rPr lang="en-US" altLang="zh-CN" baseline="0" dirty="0"/>
              <a:t>stack</a:t>
            </a:r>
            <a:r>
              <a:rPr lang="zh-CN" altLang="en-US" baseline="0" dirty="0"/>
              <a:t>里面有一点</a:t>
            </a:r>
            <a:r>
              <a:rPr lang="en-US" altLang="zh-CN" baseline="0" dirty="0"/>
              <a:t>overlap</a:t>
            </a:r>
            <a:r>
              <a:rPr lang="zh-CN" altLang="en-US" baseline="0" dirty="0"/>
              <a:t>，重点讲一个部分就可以，所以也隐藏掉了。</a:t>
            </a:r>
            <a:endParaRPr lang="en-US" altLang="zh-CN" baseline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aseline="0" dirty="0"/>
              <a:t>3. </a:t>
            </a:r>
            <a:r>
              <a:rPr lang="en-US" altLang="zh-CN" dirty="0"/>
              <a:t>Double-ended queue</a:t>
            </a:r>
            <a:r>
              <a:rPr lang="zh-CN" altLang="en-US" dirty="0"/>
              <a:t>的概念也</a:t>
            </a:r>
            <a:r>
              <a:rPr lang="zh-CN" altLang="en-US"/>
              <a:t>隐藏了</a:t>
            </a:r>
            <a:endParaRPr lang="en-US" altLang="zh-CN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6226FB-55D5-4CAA-90EF-D8DC53E1A20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740B89-AABC-4197-87E0-486A99694D7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43240C-B342-4B28-85EE-B7831935537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需要两个指针，分别指着头和尾</a:t>
            </a:r>
            <a:endParaRPr lang="en-US" altLang="zh-CN" dirty="0"/>
          </a:p>
          <a:p>
            <a:r>
              <a:rPr lang="zh-CN" altLang="en-US" dirty="0"/>
              <a:t>每次</a:t>
            </a:r>
            <a:r>
              <a:rPr lang="en-US" altLang="zh-CN" dirty="0"/>
              <a:t>Pop</a:t>
            </a:r>
            <a:r>
              <a:rPr lang="zh-CN" altLang="en-US" dirty="0"/>
              <a:t>。。。</a:t>
            </a:r>
            <a:endParaRPr lang="en-US" altLang="zh-CN" dirty="0"/>
          </a:p>
          <a:p>
            <a:r>
              <a:rPr lang="zh-CN" altLang="en-US" dirty="0"/>
              <a:t>每次</a:t>
            </a:r>
            <a:r>
              <a:rPr lang="en-US" altLang="zh-CN" dirty="0"/>
              <a:t>Push</a:t>
            </a:r>
            <a:r>
              <a:rPr lang="zh-CN" altLang="en-US" dirty="0"/>
              <a:t>。。。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3B92F02-4D47-43FE-9B63-7C0A7BFACBA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There are two exceptions associated with this abstract data structure: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It is an undefined operation to call either pop or front on an empty queue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9D87F0-2E64-4B03-AD26-0C0657290A46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8E9FE7-DD8B-47C7-AD06-EF7103C7955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8E9FE7-DD8B-47C7-AD06-EF7103C7955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397331-744E-4BBC-BFDF-10F8F3E8114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740B89-AABC-4197-87E0-486A99694D7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BACF65-4FAA-4CB9-81A1-731546C2DBF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AEF900-8693-4E4A-A76C-0C20F50264A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代表队列最重要两个指针，</a:t>
            </a:r>
            <a:r>
              <a:rPr lang="en-US" altLang="zh-CN" dirty="0"/>
              <a:t>front</a:t>
            </a:r>
            <a:r>
              <a:rPr lang="zh-CN" altLang="en-US" dirty="0"/>
              <a:t>和</a:t>
            </a:r>
            <a:r>
              <a:rPr lang="en-US" altLang="zh-CN" dirty="0"/>
              <a:t>rear</a:t>
            </a:r>
            <a:r>
              <a:rPr lang="zh-CN" altLang="en-US" dirty="0"/>
              <a:t>，代表头和尾的位置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D412FC-52F9-43E8-B0B0-2AA65CE16CB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151618-BF5D-4650-99CE-DD156868AC4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2FB7C7B2-072C-4034-8FDB-00225D0F01E7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3C58A0-B3F3-47E3-AEC4-0C0A3C8DFB8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比起</a:t>
            </a:r>
            <a:r>
              <a:rPr lang="en-US" altLang="zh-CN" dirty="0"/>
              <a:t>on-ended array</a:t>
            </a:r>
            <a:r>
              <a:rPr lang="zh-CN" altLang="en-US" dirty="0"/>
              <a:t>， </a:t>
            </a:r>
            <a:r>
              <a:rPr lang="en-US" altLang="zh-CN" dirty="0"/>
              <a:t>two ended array </a:t>
            </a:r>
            <a:r>
              <a:rPr lang="zh-CN" altLang="en-US" dirty="0"/>
              <a:t>需要定义一个指向</a:t>
            </a:r>
            <a:r>
              <a:rPr lang="en-US" altLang="zh-CN" dirty="0"/>
              <a:t>front</a:t>
            </a:r>
            <a:r>
              <a:rPr lang="zh-CN" altLang="en-US" dirty="0"/>
              <a:t>的指针，通过多定义这么一个指针，将</a:t>
            </a:r>
            <a:r>
              <a:rPr lang="en-US" altLang="zh-CN" dirty="0"/>
              <a:t>push</a:t>
            </a:r>
            <a:r>
              <a:rPr lang="zh-CN" altLang="en-US" dirty="0"/>
              <a:t>、</a:t>
            </a:r>
            <a:r>
              <a:rPr lang="en-US" altLang="zh-CN" dirty="0"/>
              <a:t>pop</a:t>
            </a:r>
            <a:r>
              <a:rPr lang="en-US" altLang="zh-CN" baseline="0" dirty="0"/>
              <a:t> front</a:t>
            </a:r>
            <a:r>
              <a:rPr lang="zh-CN" altLang="en-US" baseline="0" dirty="0"/>
              <a:t>的复杂度降到</a:t>
            </a:r>
            <a:r>
              <a:rPr lang="en-US" altLang="zh-CN" baseline="0" dirty="0"/>
              <a:t>1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92AF9D9-6071-43FB-8651-ADDBE8787FA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5A817495-8E87-40C1-807C-3ACF8F8146EF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DB451A-1EC9-4FFF-BC83-07B37297D62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E271929-850B-44AD-AC04-FB8D6F8E223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748E14-177A-44E4-8A06-237AB958F64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DA7A3B7-0248-4EF9-8E3F-B1539A231F0D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CA" dirty="0"/>
              <a:t>1.</a:t>
            </a:r>
            <a:r>
              <a:rPr lang="en-CA" baseline="0" dirty="0"/>
              <a:t> </a:t>
            </a:r>
            <a:r>
              <a:rPr lang="zh-CN" altLang="en-US" baseline="0" dirty="0"/>
              <a:t>入队操作：</a:t>
            </a:r>
            <a:endParaRPr lang="en-CA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DA7A3B7-0248-4EF9-8E3F-B1539A231F0D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CA" dirty="0"/>
              <a:t>1.</a:t>
            </a:r>
            <a:r>
              <a:rPr lang="en-CA" baseline="0" dirty="0"/>
              <a:t> </a:t>
            </a:r>
            <a:r>
              <a:rPr lang="zh-CN" altLang="en-US" baseline="0" dirty="0"/>
              <a:t>入队操作：</a:t>
            </a:r>
            <a:endParaRPr lang="en-CA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DA7A3B7-0248-4EF9-8E3F-B1539A231F0D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CA" dirty="0"/>
              <a:t>1.</a:t>
            </a:r>
            <a:r>
              <a:rPr lang="en-CA" baseline="0" dirty="0"/>
              <a:t> </a:t>
            </a:r>
            <a:r>
              <a:rPr lang="zh-CN" altLang="en-US" baseline="0" dirty="0"/>
              <a:t>入队操作：</a:t>
            </a:r>
            <a:endParaRPr lang="en-CA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DA7A3B7-0248-4EF9-8E3F-B1539A231F0D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DA7A3B7-0248-4EF9-8E3F-B1539A231F0D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DA7A3B7-0248-4EF9-8E3F-B1539A231F0D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DA7A3B7-0248-4EF9-8E3F-B1539A231F0D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7A01797A-F08B-4EF6-93B7-D0F4141126BA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85EEDA86-0996-4C1A-8A62-F222566B9E21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59214868-7AC5-433A-933B-FDFC2667BCB7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zh-CN" altLang="en-US" dirty="0"/>
              <a:t>满了，要入队新的元素，怎么办？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增容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报错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忽略此时要入队的对象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休眠入队功能，直到有出队操作出现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370926-9336-47E1-AAD7-A2DBCC47A20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03D88B-E664-4431-A5A3-3F091FE8B1C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A6F80C6A-2D28-456C-87F1-7B0D48A49EE7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3FD2E647-2F9B-43A7-90CA-74DABFB5D837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2C2259-97D8-44E0-AD7A-293977B6D10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740B89-AABC-4197-87E0-486A99694D7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dirty="0"/>
              <a:t>出队时，令可行的邻接位置入队，同时将步数标记在相应的迷宫位置</a:t>
            </a:r>
            <a:endParaRPr lang="zh-CN" altLang="en-US" sz="180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1200" b="0" dirty="0">
                <a:solidFill>
                  <a:schemeClr val="bg1"/>
                </a:solidFill>
                <a:latin typeface="Tahoma" panose="020B0604030504040204" pitchFamily="34" charset="0"/>
              </a:rPr>
              <a:t>从</a:t>
            </a:r>
            <a:r>
              <a:rPr lang="en-US" altLang="zh-CN" sz="1200" b="0" dirty="0">
                <a:solidFill>
                  <a:schemeClr val="bg1"/>
                </a:solidFill>
                <a:latin typeface="Tahoma" panose="020B0604030504040204" pitchFamily="34" charset="0"/>
              </a:rPr>
              <a:t>(5,8)</a:t>
            </a:r>
            <a:r>
              <a:rPr lang="zh-CN" altLang="en-US" sz="1200" b="0" dirty="0">
                <a:solidFill>
                  <a:schemeClr val="bg1"/>
                </a:solidFill>
                <a:latin typeface="Tahoma" panose="020B0604030504040204" pitchFamily="34" charset="0"/>
              </a:rPr>
              <a:t>开始回退，直到</a:t>
            </a:r>
            <a:r>
              <a:rPr lang="en-US" altLang="zh-CN" sz="1200" b="0" dirty="0">
                <a:solidFill>
                  <a:schemeClr val="bg1"/>
                </a:solidFill>
                <a:latin typeface="Tahoma" panose="020B0604030504040204" pitchFamily="34" charset="0"/>
              </a:rPr>
              <a:t>(1,1)</a:t>
            </a:r>
            <a:r>
              <a:rPr lang="zh-CN" altLang="en-US" sz="1200" b="0" dirty="0">
                <a:solidFill>
                  <a:schemeClr val="bg1"/>
                </a:solidFill>
                <a:latin typeface="Tahoma" panose="020B0604030504040204" pitchFamily="34" charset="0"/>
              </a:rPr>
              <a:t>，即可求出从入口到出口的最短路径，</a:t>
            </a:r>
            <a:endParaRPr lang="zh-CN" altLang="en-US" sz="1200" b="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en-US" altLang="zh-CN" sz="1200" b="0" dirty="0">
                <a:solidFill>
                  <a:schemeClr val="bg1"/>
                </a:solidFill>
                <a:latin typeface="Tahoma" panose="020B0604030504040204" pitchFamily="34" charset="0"/>
              </a:rPr>
              <a:t>13,12,11,10, …, 2,1</a:t>
            </a:r>
            <a:endParaRPr lang="en-US" altLang="zh-CN" sz="1200" b="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5854A6-9E1A-421E-BBEE-0A60C8491AF1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25CEC1-F60E-487C-ADE1-7603EFFF5AF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CA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D897BABD-FA2E-491B-88DE-C05E5A4286B5}" type="slidenum">
              <a:rPr lang="en-CA" sz="1200">
                <a:latin typeface="+mn-lt"/>
                <a:cs typeface="+mn-cs"/>
              </a:rPr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9E0798-91C1-4D59-A6DE-C1300528066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pic>
        <p:nvPicPr>
          <p:cNvPr id="5" name="Picture 2" descr="C:\Users\dwharder\Desktop\cc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97863" y="6373813"/>
            <a:ext cx="679450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EE851656-0B53-8043-AE10-82157F8FFDF8}" type="slidenum">
              <a:rPr lang="zh-CN" altLang="en-US"/>
            </a:fld>
            <a:endParaRPr lang="en-US" altLang="zh-CN" sz="10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17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en-US" altLang="zh-CN" sz="4400" dirty="0"/>
              <a:t>CS101</a:t>
            </a:r>
            <a:r>
              <a:rPr lang="zh-CN" altLang="en-US" sz="4400" dirty="0"/>
              <a:t> </a:t>
            </a:r>
            <a:r>
              <a:rPr lang="en-US" altLang="zh-CN" sz="4400" dirty="0"/>
              <a:t>Algorithms and Data Structures</a:t>
            </a:r>
            <a:endParaRPr lang="en-US" altLang="zh-CN" sz="4400" dirty="0"/>
          </a:p>
        </p:txBody>
      </p:sp>
      <p:sp>
        <p:nvSpPr>
          <p:cNvPr id="7" name="Subtitle 1"/>
          <p:cNvSpPr txBox="1"/>
          <p:nvPr/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Queue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 algn="ctr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Textbook </a:t>
            </a:r>
            <a:r>
              <a:rPr lang="en-US" altLang="zh-CN" dirty="0" err="1">
                <a:ea typeface="宋体" panose="02010600030101010101" pitchFamily="2" charset="-122"/>
              </a:rPr>
              <a:t>Ch</a:t>
            </a:r>
            <a:r>
              <a:rPr lang="en-US" altLang="zh-CN" dirty="0">
                <a:ea typeface="宋体" panose="02010600030101010101" pitchFamily="2" charset="-122"/>
              </a:rPr>
              <a:t> 10.1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Queue ADT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ADT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an explicit linear ordering</a:t>
            </a:r>
            <a:endParaRPr lang="en-US" dirty="0"/>
          </a:p>
          <a:p>
            <a:r>
              <a:rPr lang="en-US" altLang="zh-CN" dirty="0"/>
              <a:t>Two principal operations</a:t>
            </a:r>
            <a:endParaRPr lang="en-US" altLang="zh-CN" dirty="0"/>
          </a:p>
          <a:p>
            <a:pPr lvl="1"/>
            <a:r>
              <a:rPr lang="en-US" altLang="zh-CN" i="1" dirty="0"/>
              <a:t>Push</a:t>
            </a:r>
            <a:r>
              <a:rPr lang="en-US" altLang="zh-CN" dirty="0"/>
              <a:t>: insert an object at the back of the queue</a:t>
            </a:r>
            <a:endParaRPr lang="en-US" altLang="zh-CN" dirty="0"/>
          </a:p>
          <a:p>
            <a:pPr lvl="1"/>
            <a:r>
              <a:rPr lang="en-US" altLang="zh-CN" i="1" dirty="0"/>
              <a:t>Pop</a:t>
            </a:r>
            <a:r>
              <a:rPr lang="en-US" altLang="zh-CN" dirty="0"/>
              <a:t>: remove the object from the front of the queue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Queue ADT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Also called a </a:t>
            </a: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first-in–first-out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(FIFO) data structure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Graphically, we may view these operations as follows: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2" name="Picture 8" descr="C:\Users\dwharder\Desktop\q1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393950" y="2349500"/>
            <a:ext cx="44481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9" descr="C:\Users\dwharder\Desktop\q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93950" y="4437063"/>
            <a:ext cx="44481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Picture 10" descr="C:\Users\dwharder\Desktop\q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93950" y="3357563"/>
            <a:ext cx="44481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Queue ADT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Alternative terms may be used for the four operations on a queue, including: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6" name="Picture 11" descr="C:\Users\dwharder\Desktop\q4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357438" y="2784475"/>
            <a:ext cx="4572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Grocery stores, banks, airport security…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Image result for queue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476375" y="2348880"/>
            <a:ext cx="6191250" cy="348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Tree traversals, graph traversals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Will see in coming lectures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most common application is in client-server models (</a:t>
            </a:r>
            <a:r>
              <a:rPr lang="en-CA" altLang="zh-CN" dirty="0">
                <a:latin typeface="Arial" panose="020B0604020202020204" pitchFamily="34" charset="0"/>
                <a:cs typeface="Arial" panose="020B0604020202020204" pitchFamily="34" charset="0"/>
              </a:rPr>
              <a:t>web, file, ftp, database, mail, printers, etc.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Multiple clients may be requesting services from one or more servers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clients may have to wait while the servers are busy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Those clients are placed in a queue and serviced in the order of arrival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1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3538736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xample: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downloading files from a web server, the requests not currently being downloaded are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marked as “Queued”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Image result for ftp queu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965" y="1484784"/>
            <a:ext cx="5104268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Queue ADT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Implementations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will look at two implementations of queues: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Singly linked lists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Circular arrays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All queue operations run in </a:t>
            </a:r>
            <a:r>
              <a:rPr lang="en-CA" b="1" dirty="0"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Linked-List Implementation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	List head/tail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Queue front/back?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	Removal is only possible at the front with </a:t>
            </a:r>
            <a:r>
              <a:rPr lang="en-CA" altLang="zh-CN" b="1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CA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run time</a:t>
            </a:r>
            <a:endParaRPr lang="en-CA" altLang="zh-C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desired behavior of an Abstract Queue may be produced by performing insertions at the back and removal at the front</a:t>
            </a:r>
            <a:endParaRPr lang="en-CA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351" name="Group 63"/>
          <p:cNvGraphicFramePr>
            <a:graphicFrameLocks noGrp="1"/>
          </p:cNvGraphicFramePr>
          <p:nvPr/>
        </p:nvGraphicFramePr>
        <p:xfrm>
          <a:off x="2586038" y="2736775"/>
          <a:ext cx="4125912" cy="1484313"/>
        </p:xfrm>
        <a:graphic>
          <a:graphicData uri="http://schemas.openxmlformats.org/drawingml/2006/table">
            <a:tbl>
              <a:tblPr/>
              <a:tblGrid>
                <a:gridCol w="1374775"/>
                <a:gridCol w="1376362"/>
                <a:gridCol w="1374775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Front/</a:t>
                      </a: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CA" sz="18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kumimoji="0" lang="en-CA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Back/</a:t>
                      </a:r>
                      <a:r>
                        <a:rPr kumimoji="0" lang="en-CA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CA" sz="18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th</a:t>
                      </a:r>
                      <a:endParaRPr kumimoji="0" lang="en-CA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Find</a:t>
                      </a:r>
                      <a:endParaRPr kumimoji="0" lang="en-CA" sz="1800" b="1" i="0" u="none" strike="noStrike" cap="none" normalizeH="0" baseline="3000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Insert</a:t>
                      </a:r>
                      <a:endParaRPr kumimoji="0" lang="en-CA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Erase</a:t>
                      </a: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CA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pic>
        <p:nvPicPr>
          <p:cNvPr id="14362" name="Picture 5" descr="C:\Users\dwharder\Desktop\l2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51038" y="2131937"/>
            <a:ext cx="5357812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nsolas" panose="020B0609020204030204" pitchFamily="49" charset="0"/>
                <a:cs typeface="Arial" panose="020B0604020202020204" pitchFamily="34" charset="0"/>
              </a:rPr>
              <a:t>Single_list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Definition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definition of single list class: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template &lt;typename Type&gt;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class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Single_list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{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	public: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		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size()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		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bool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empty()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		Type front()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		Type back()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		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Single_node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&lt;Type&gt; *head()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		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Single_node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&lt;Type&gt; *tail()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		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count( Type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&amp; )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		void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push_front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( Type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&amp; );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		void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push_back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 Type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&amp; );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		Type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pop_front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		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erase( Type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&amp; );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};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Queue-as-List Class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The queue class using a singly linked list has a single private member variable:  a singly linked list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1981200" y="2276475"/>
            <a:ext cx="5327650" cy="2838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template &lt;typename Type&gt;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class Queue{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private: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Single_list</a:t>
            </a:r>
            <a:r>
              <a:rPr lang="en-US" dirty="0">
                <a:latin typeface="Consolas" panose="020B0609020204030204" pitchFamily="49" charset="0"/>
              </a:rPr>
              <a:t>&lt;Type&gt;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list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public: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FF33CC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empty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 err="1">
                <a:latin typeface="Consolas" panose="020B0609020204030204" pitchFamily="49" charset="0"/>
              </a:rPr>
              <a:t>const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FF33CC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front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 err="1">
                <a:latin typeface="Consolas" panose="020B0609020204030204" pitchFamily="49" charset="0"/>
              </a:rPr>
              <a:t>const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FF33CC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push</a:t>
            </a:r>
            <a:r>
              <a:rPr lang="en-US" dirty="0">
                <a:latin typeface="Consolas" panose="020B0609020204030204" pitchFamily="49" charset="0"/>
              </a:rPr>
              <a:t>( Type </a:t>
            </a:r>
            <a:r>
              <a:rPr lang="en-US" dirty="0" err="1">
                <a:latin typeface="Consolas" panose="020B0609020204030204" pitchFamily="49" charset="0"/>
              </a:rPr>
              <a:t>const</a:t>
            </a:r>
            <a:r>
              <a:rPr lang="en-US" dirty="0">
                <a:latin typeface="Consolas" panose="020B0609020204030204" pitchFamily="49" charset="0"/>
              </a:rPr>
              <a:t> &amp; );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FF33CC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pop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  <a:endParaRPr 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Queue-as-List Class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1520" y="1600200"/>
            <a:ext cx="8229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implementation is similar to that of a Stack-as-List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template &lt;typename Type&gt;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bool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Queue&lt;Type&gt;::</a:t>
            </a:r>
            <a:r>
              <a:rPr lang="en-US" sz="14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empty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()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{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    return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list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r>
              <a:rPr lang="en-US" sz="1400" dirty="0" err="1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empty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}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template &lt;typename Type&gt;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void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Queue&lt;Type&gt;::</a:t>
            </a:r>
            <a:r>
              <a:rPr lang="en-US" sz="14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push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( Type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&amp;</a:t>
            </a:r>
            <a:r>
              <a:rPr lang="en-US" sz="1400" dirty="0" err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obj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list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r>
              <a:rPr lang="en-US" sz="1400" dirty="0" err="1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push_back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( </a:t>
            </a:r>
            <a:r>
              <a:rPr lang="en-US" sz="1400" dirty="0" err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obj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);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}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7412" name="Rectangle 3"/>
          <p:cNvSpPr txBox="1">
            <a:spLocks noChangeArrowheads="1"/>
          </p:cNvSpPr>
          <p:nvPr/>
        </p:nvSpPr>
        <p:spPr bwMode="auto">
          <a:xfrm>
            <a:off x="5364088" y="2204864"/>
            <a:ext cx="3568700" cy="1928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1400" dirty="0">
                <a:latin typeface="Consolas" panose="020B0609020204030204" pitchFamily="49" charset="0"/>
              </a:rPr>
              <a:t>template &lt;</a:t>
            </a:r>
            <a:r>
              <a:rPr lang="en-US" sz="1400" dirty="0" err="1">
                <a:latin typeface="Consolas" panose="020B0609020204030204" pitchFamily="49" charset="0"/>
              </a:rPr>
              <a:t>typename</a:t>
            </a:r>
            <a:r>
              <a:rPr lang="en-US" sz="1400" dirty="0">
                <a:latin typeface="Consolas" panose="020B0609020204030204" pitchFamily="49" charset="0"/>
              </a:rPr>
              <a:t> Type&gt;</a:t>
            </a:r>
            <a:endParaRPr lang="en-US" sz="14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400" dirty="0">
                <a:solidFill>
                  <a:srgbClr val="FF33CC"/>
                </a:solidFill>
                <a:latin typeface="Consolas" panose="020B0609020204030204" pitchFamily="49" charset="0"/>
              </a:rPr>
              <a:t>Type</a:t>
            </a:r>
            <a:r>
              <a:rPr lang="en-US" sz="1400" dirty="0">
                <a:latin typeface="Consolas" panose="020B0609020204030204" pitchFamily="49" charset="0"/>
              </a:rPr>
              <a:t> Queue&lt;Type&gt;::</a:t>
            </a:r>
            <a:r>
              <a:rPr lang="en-US" sz="1400" dirty="0">
                <a:solidFill>
                  <a:srgbClr val="663300"/>
                </a:solidFill>
                <a:latin typeface="Consolas" panose="020B0609020204030204" pitchFamily="49" charset="0"/>
              </a:rPr>
              <a:t>front</a:t>
            </a:r>
            <a:r>
              <a:rPr lang="en-US" sz="1400" dirty="0">
                <a:latin typeface="Consolas" panose="020B0609020204030204" pitchFamily="49" charset="0"/>
              </a:rPr>
              <a:t>() </a:t>
            </a:r>
            <a:r>
              <a:rPr lang="en-US" sz="1400" dirty="0" err="1"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 {</a:t>
            </a:r>
            <a:endParaRPr lang="en-US" sz="14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400" dirty="0">
                <a:latin typeface="Consolas" panose="020B0609020204030204" pitchFamily="49" charset="0"/>
              </a:rPr>
              <a:t>    if ( empty() ) {</a:t>
            </a:r>
            <a:endParaRPr lang="en-US" sz="14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400" dirty="0">
                <a:latin typeface="Consolas" panose="020B0609020204030204" pitchFamily="49" charset="0"/>
              </a:rPr>
              <a:t>        throw underflow();</a:t>
            </a:r>
            <a:endParaRPr lang="en-US" sz="14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400" dirty="0">
                <a:latin typeface="Consolas" panose="020B0609020204030204" pitchFamily="49" charset="0"/>
              </a:rPr>
              <a:t>    }</a:t>
            </a:r>
            <a:endParaRPr lang="en-US" sz="14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endParaRPr lang="en-US" sz="14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400" dirty="0">
                <a:latin typeface="Consolas" panose="020B0609020204030204" pitchFamily="49" charset="0"/>
              </a:rPr>
              <a:t>    return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list</a:t>
            </a:r>
            <a:r>
              <a:rPr lang="en-US" sz="1400" dirty="0" err="1">
                <a:latin typeface="Consolas" panose="020B0609020204030204" pitchFamily="49" charset="0"/>
              </a:rPr>
              <a:t>.front</a:t>
            </a:r>
            <a:r>
              <a:rPr lang="en-US" sz="1400" dirty="0">
                <a:latin typeface="Consolas" panose="020B0609020204030204" pitchFamily="49" charset="0"/>
              </a:rPr>
              <a:t>();</a:t>
            </a:r>
            <a:endParaRPr lang="en-US" sz="14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400" dirty="0">
                <a:latin typeface="Consolas" panose="020B0609020204030204" pitchFamily="49" charset="0"/>
              </a:rPr>
              <a:t>}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17413" name="Rectangle 3"/>
          <p:cNvSpPr>
            <a:spLocks noChangeArrowheads="1"/>
          </p:cNvSpPr>
          <p:nvPr/>
        </p:nvSpPr>
        <p:spPr bwMode="auto">
          <a:xfrm>
            <a:off x="5364088" y="4437112"/>
            <a:ext cx="3074987" cy="19415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sz="1400" dirty="0">
                <a:latin typeface="Consolas" panose="020B0609020204030204" pitchFamily="49" charset="0"/>
              </a:rPr>
              <a:t>template &lt;</a:t>
            </a:r>
            <a:r>
              <a:rPr lang="en-US" sz="1400" dirty="0" err="1">
                <a:latin typeface="Consolas" panose="020B0609020204030204" pitchFamily="49" charset="0"/>
              </a:rPr>
              <a:t>typename</a:t>
            </a:r>
            <a:r>
              <a:rPr lang="en-US" sz="1400" dirty="0">
                <a:latin typeface="Consolas" panose="020B0609020204030204" pitchFamily="49" charset="0"/>
              </a:rPr>
              <a:t> Type&gt;</a:t>
            </a:r>
            <a:endParaRPr lang="en-US" sz="14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400" dirty="0">
                <a:solidFill>
                  <a:srgbClr val="FF33CC"/>
                </a:solidFill>
                <a:latin typeface="Consolas" panose="020B0609020204030204" pitchFamily="49" charset="0"/>
              </a:rPr>
              <a:t>Type</a:t>
            </a:r>
            <a:r>
              <a:rPr lang="en-US" sz="1400" dirty="0">
                <a:latin typeface="Consolas" panose="020B0609020204030204" pitchFamily="49" charset="0"/>
              </a:rPr>
              <a:t> Queue&lt;Type&gt;::</a:t>
            </a:r>
            <a:r>
              <a:rPr lang="en-US" sz="1400" dirty="0">
                <a:solidFill>
                  <a:srgbClr val="663300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latin typeface="Consolas" panose="020B0609020204030204" pitchFamily="49" charset="0"/>
              </a:rPr>
              <a:t>() {</a:t>
            </a:r>
            <a:endParaRPr lang="en-US" sz="14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400" dirty="0">
                <a:latin typeface="Consolas" panose="020B0609020204030204" pitchFamily="49" charset="0"/>
              </a:rPr>
              <a:t>    if ( empty() ) {</a:t>
            </a:r>
            <a:endParaRPr lang="en-US" sz="14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400" dirty="0">
                <a:latin typeface="Consolas" panose="020B0609020204030204" pitchFamily="49" charset="0"/>
              </a:rPr>
              <a:t>        throw underflow();</a:t>
            </a:r>
            <a:endParaRPr lang="en-US" sz="14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400" dirty="0">
                <a:latin typeface="Consolas" panose="020B0609020204030204" pitchFamily="49" charset="0"/>
              </a:rPr>
              <a:t>    }</a:t>
            </a:r>
            <a:endParaRPr lang="en-US" sz="14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endParaRPr lang="en-US" sz="14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400" dirty="0">
                <a:latin typeface="Consolas" panose="020B0609020204030204" pitchFamily="49" charset="0"/>
              </a:rPr>
              <a:t>    return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list</a:t>
            </a:r>
            <a:r>
              <a:rPr lang="en-US" sz="1400" dirty="0" err="1"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800000"/>
                </a:solidFill>
                <a:latin typeface="Consolas" panose="020B0609020204030204" pitchFamily="49" charset="0"/>
              </a:rPr>
              <a:t>pop_front</a:t>
            </a:r>
            <a:r>
              <a:rPr lang="en-US" sz="1400" dirty="0">
                <a:latin typeface="Consolas" panose="020B0609020204030204" pitchFamily="49" charset="0"/>
              </a:rPr>
              <a:t>();</a:t>
            </a:r>
            <a:endParaRPr lang="en-US" sz="14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400" dirty="0">
                <a:latin typeface="Consolas" panose="020B0609020204030204" pitchFamily="49" charset="0"/>
              </a:rPr>
              <a:t>}</a:t>
            </a:r>
            <a:endParaRPr lang="en-US" sz="1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Array Implementation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one-ended array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does not allow all operations to occur in </a:t>
            </a:r>
            <a:r>
              <a:rPr lang="en-CA" b="1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time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640" name="Group 112"/>
          <p:cNvGraphicFramePr>
            <a:graphicFrameLocks noGrp="1"/>
          </p:cNvGraphicFramePr>
          <p:nvPr/>
        </p:nvGraphicFramePr>
        <p:xfrm>
          <a:off x="2586038" y="3384550"/>
          <a:ext cx="4125912" cy="1484313"/>
        </p:xfrm>
        <a:graphic>
          <a:graphicData uri="http://schemas.openxmlformats.org/drawingml/2006/table">
            <a:tbl>
              <a:tblPr/>
              <a:tblGrid>
                <a:gridCol w="1374775"/>
                <a:gridCol w="1376362"/>
                <a:gridCol w="1374775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Front/</a:t>
                      </a: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CA" sz="18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kumimoji="0" lang="en-CA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Back/</a:t>
                      </a:r>
                      <a:r>
                        <a:rPr kumimoji="0" lang="en-CA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CA" sz="18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th</a:t>
                      </a:r>
                      <a:endParaRPr kumimoji="0" lang="en-CA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Find</a:t>
                      </a:r>
                      <a:endParaRPr kumimoji="0" lang="en-CA" sz="1800" b="1" i="0" u="none" strike="noStrike" cap="none" normalizeH="0" baseline="3000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Insert</a:t>
                      </a: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CA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Remove</a:t>
                      </a: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CA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pic>
        <p:nvPicPr>
          <p:cNvPr id="18458" name="Picture 9" descr="x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611438" y="2565400"/>
            <a:ext cx="4090987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8" descr="x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868488" y="2571750"/>
            <a:ext cx="563245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Implementation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Using a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two-ended array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CA" b="1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are possible by pushing at the back and popping from the front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640" name="Group 112"/>
          <p:cNvGraphicFramePr>
            <a:graphicFrameLocks noGrp="1"/>
          </p:cNvGraphicFramePr>
          <p:nvPr/>
        </p:nvGraphicFramePr>
        <p:xfrm>
          <a:off x="2586038" y="3384550"/>
          <a:ext cx="4125912" cy="1484313"/>
        </p:xfrm>
        <a:graphic>
          <a:graphicData uri="http://schemas.openxmlformats.org/drawingml/2006/table">
            <a:tbl>
              <a:tblPr/>
              <a:tblGrid>
                <a:gridCol w="1374775"/>
                <a:gridCol w="1376362"/>
                <a:gridCol w="1374775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Front/</a:t>
                      </a: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CA" sz="18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kumimoji="0" lang="en-CA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Back/</a:t>
                      </a:r>
                      <a:r>
                        <a:rPr kumimoji="0" lang="en-CA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CA" sz="18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th</a:t>
                      </a:r>
                      <a:endParaRPr kumimoji="0" lang="en-CA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Find</a:t>
                      </a:r>
                      <a:endParaRPr kumimoji="0" lang="en-CA" sz="1800" b="1" i="0" u="none" strike="noStrike" cap="none" normalizeH="0" baseline="3000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Insert</a:t>
                      </a:r>
                      <a:endParaRPr kumimoji="0" lang="en-CA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Remove</a:t>
                      </a:r>
                      <a:endParaRPr kumimoji="0" lang="en-CA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CA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CA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kumimoji="0" lang="en-CA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Array Implementation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need to store an array: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b="1" dirty="0">
                <a:latin typeface="Courier New" panose="02070309020205020404" pitchFamily="49" charset="0"/>
                <a:cs typeface="Arial" panose="020B0604020202020204" pitchFamily="34" charset="0"/>
              </a:rPr>
              <a:t>		Type *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array</a:t>
            </a:r>
            <a:r>
              <a:rPr lang="en-US" sz="1800" b="1" dirty="0">
                <a:latin typeface="Courier New" panose="02070309020205020404" pitchFamily="49" charset="0"/>
                <a:cs typeface="Arial" panose="020B0604020202020204" pitchFamily="34" charset="0"/>
              </a:rPr>
              <a:t>;</a:t>
            </a:r>
            <a:endParaRPr lang="en-US" sz="18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need additional information, including: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number of objects currently in the queue and the front and back indices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b="1" dirty="0">
                <a:latin typeface="Courier New" panose="02070309020205020404" pitchFamily="49" charset="0"/>
                <a:cs typeface="Arial" panose="020B0604020202020204" pitchFamily="34" charset="0"/>
              </a:rPr>
              <a:t>	      </a:t>
            </a:r>
            <a:r>
              <a:rPr lang="en-US" sz="18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queue_size</a:t>
            </a:r>
            <a:r>
              <a:rPr lang="en-US" sz="1800" b="1" dirty="0">
                <a:latin typeface="Courier New" panose="02070309020205020404" pitchFamily="49" charset="0"/>
                <a:cs typeface="Arial" panose="020B0604020202020204" pitchFamily="34" charset="0"/>
              </a:rPr>
              <a:t>;</a:t>
            </a:r>
            <a:endParaRPr lang="en-US" sz="18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b="1" dirty="0">
                <a:latin typeface="Courier New" panose="02070309020205020404" pitchFamily="49" charset="0"/>
                <a:cs typeface="Arial" panose="020B0604020202020204" pitchFamily="34" charset="0"/>
              </a:rPr>
              <a:t>	      </a:t>
            </a:r>
            <a:r>
              <a:rPr lang="en-US" sz="18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ifront</a:t>
            </a:r>
            <a:r>
              <a:rPr lang="en-US" sz="1800" b="1" dirty="0">
                <a:latin typeface="Courier New" panose="02070309020205020404" pitchFamily="49" charset="0"/>
                <a:cs typeface="Arial" panose="020B0604020202020204" pitchFamily="34" charset="0"/>
              </a:rPr>
              <a:t>;      // index of the front entry</a:t>
            </a:r>
            <a:endParaRPr lang="en-US" sz="18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b="1" dirty="0">
                <a:latin typeface="Courier New" panose="02070309020205020404" pitchFamily="49" charset="0"/>
                <a:cs typeface="Arial" panose="020B0604020202020204" pitchFamily="34" charset="0"/>
              </a:rPr>
              <a:t>	      </a:t>
            </a:r>
            <a:r>
              <a:rPr lang="en-US" sz="18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iback</a:t>
            </a:r>
            <a:r>
              <a:rPr lang="en-US" sz="1800" b="1" dirty="0">
                <a:latin typeface="Courier New" panose="02070309020205020404" pitchFamily="49" charset="0"/>
                <a:cs typeface="Arial" panose="020B0604020202020204" pitchFamily="34" charset="0"/>
              </a:rPr>
              <a:t>;       // index of the back entry</a:t>
            </a:r>
            <a:endParaRPr lang="en-US" sz="1800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capacity of the array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800" b="1" dirty="0">
                <a:latin typeface="Courier New" panose="02070309020205020404" pitchFamily="49" charset="0"/>
                <a:cs typeface="Arial" panose="020B0604020202020204" pitchFamily="34" charset="0"/>
              </a:rPr>
              <a:t>	      </a:t>
            </a:r>
            <a:r>
              <a:rPr lang="en-US" sz="1800" b="1" dirty="0" err="1">
                <a:latin typeface="Courier New" panose="02070309020205020404" pitchFamily="49" charset="0"/>
                <a:cs typeface="Arial" panose="020B0604020202020204" pitchFamily="34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array_capacity</a:t>
            </a:r>
            <a:r>
              <a:rPr lang="en-US" sz="1800" b="1" dirty="0">
                <a:latin typeface="Courier New" panose="02070309020205020404" pitchFamily="49" charset="0"/>
                <a:cs typeface="Arial" panose="020B0604020202020204" pitchFamily="34" charset="0"/>
              </a:rPr>
              <a:t>;</a:t>
            </a:r>
            <a:endParaRPr lang="en-US" sz="1800" b="1" dirty="0">
              <a:latin typeface="Courier New" panose="020703090202050204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Queue-as-Array Class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class definition is similar to that of the Stack: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template &lt;typename Type&gt;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class Queue{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    private: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queue_size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ifront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iback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        Type *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    public: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4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Queue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(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= 10 );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4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~Queue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400" dirty="0" err="1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bool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empty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()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4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Type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front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()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4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void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push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( Type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&amp; );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        </a:t>
            </a:r>
            <a:r>
              <a:rPr lang="en-US" sz="14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Type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6633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pop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	};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Constructor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must initialize the values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Allocate memory for the array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Initialize the member variables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iback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initialized to -1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6" name="Text Box 5"/>
          <p:cNvSpPr txBox="1">
            <a:spLocks noChangeArrowheads="1"/>
          </p:cNvSpPr>
          <p:nvPr/>
        </p:nvSpPr>
        <p:spPr bwMode="auto">
          <a:xfrm>
            <a:off x="2515988" y="3068960"/>
            <a:ext cx="4112023" cy="27022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template &lt;typename Type&gt;</a:t>
            </a:r>
            <a:endParaRPr lang="en-US" sz="1600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Queue&lt;Type&gt;::Queue( </a:t>
            </a:r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</a:rPr>
              <a:t> ):</a:t>
            </a:r>
            <a:endParaRPr lang="en-US" sz="1600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queue_size</a:t>
            </a:r>
            <a:r>
              <a:rPr lang="en-US" sz="1600" dirty="0">
                <a:latin typeface="Consolas" panose="020B0609020204030204" pitchFamily="49" charset="0"/>
              </a:rPr>
              <a:t>( 0 ),</a:t>
            </a:r>
            <a:endParaRPr lang="en-US" sz="1600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iback</a:t>
            </a:r>
            <a:r>
              <a:rPr lang="en-US" sz="1600" dirty="0">
                <a:latin typeface="Consolas" panose="020B0609020204030204" pitchFamily="49" charset="0"/>
              </a:rPr>
              <a:t>( -1 ),</a:t>
            </a:r>
            <a:endParaRPr lang="en-US" sz="1600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ifront</a:t>
            </a:r>
            <a:r>
              <a:rPr lang="en-US" sz="1600" dirty="0">
                <a:latin typeface="Consolas" panose="020B0609020204030204" pitchFamily="49" charset="0"/>
              </a:rPr>
              <a:t>( 0 ),</a:t>
            </a:r>
            <a:endParaRPr lang="en-US" sz="1600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</a:rPr>
              <a:t>(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::max(1,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</a:rPr>
              <a:t>) ),</a:t>
            </a:r>
            <a:endParaRPr lang="en-US" sz="1600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array</a:t>
            </a:r>
            <a:r>
              <a:rPr lang="en-US" sz="1600" dirty="0">
                <a:latin typeface="Consolas" panose="020B0609020204030204" pitchFamily="49" charset="0"/>
              </a:rPr>
              <a:t>( new Type[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</a:rPr>
              <a:t>] ) {</a:t>
            </a:r>
            <a:endParaRPr lang="en-US" sz="1600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// Empty constructor</a:t>
            </a:r>
            <a:endParaRPr lang="en-US" sz="1600" dirty="0">
              <a:latin typeface="Consolas" panose="020B0609020204030204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005516" y="5517232"/>
            <a:ext cx="4210515" cy="946088"/>
            <a:chOff x="3005516" y="5517232"/>
            <a:chExt cx="4210515" cy="946088"/>
          </a:xfrm>
        </p:grpSpPr>
        <p:grpSp>
          <p:nvGrpSpPr>
            <p:cNvPr id="21" name="组合 20"/>
            <p:cNvGrpSpPr/>
            <p:nvPr/>
          </p:nvGrpSpPr>
          <p:grpSpPr>
            <a:xfrm>
              <a:off x="3005516" y="5517232"/>
              <a:ext cx="4210515" cy="946088"/>
              <a:chOff x="3005516" y="5517232"/>
              <a:chExt cx="4210515" cy="946088"/>
            </a:xfrm>
          </p:grpSpPr>
          <p:pic>
            <p:nvPicPr>
              <p:cNvPr id="5" name="Picture 5" descr="C:\Users\dwharder\Desktop\q5.png"/>
              <p:cNvPicPr>
                <a:picLocks noChangeAspect="1" noChangeArrowheads="1"/>
              </p:cNvPicPr>
              <p:nvPr/>
            </p:nvPicPr>
            <p:blipFill rotWithShape="1">
              <a:blip r:embed="rId1" cstate="print"/>
              <a:srcRect t="1" b="80850"/>
              <a:stretch>
                <a:fillRect/>
              </a:stretch>
            </p:blipFill>
            <p:spPr bwMode="auto">
              <a:xfrm>
                <a:off x="3275856" y="5517232"/>
                <a:ext cx="3940175" cy="576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" name="矩形 1"/>
              <p:cNvSpPr/>
              <p:nvPr/>
            </p:nvSpPr>
            <p:spPr>
              <a:xfrm>
                <a:off x="4644008" y="5845788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4860032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507605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5519936" y="584480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5735960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5951984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169979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529799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6387974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6611888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6835802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>
                <a:off x="3419872" y="6072870"/>
                <a:ext cx="545342" cy="390450"/>
                <a:chOff x="2195736" y="6309320"/>
                <a:chExt cx="680697" cy="436439"/>
              </a:xfrm>
            </p:grpSpPr>
            <p:cxnSp>
              <p:nvCxnSpPr>
                <p:cNvPr id="4" name="直接箭头连接符 3"/>
                <p:cNvCxnSpPr/>
                <p:nvPr/>
              </p:nvCxnSpPr>
              <p:spPr>
                <a:xfrm flipV="1">
                  <a:off x="2485238" y="6309320"/>
                  <a:ext cx="0" cy="21602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文本框 5"/>
                <p:cNvSpPr txBox="1"/>
                <p:nvPr/>
              </p:nvSpPr>
              <p:spPr>
                <a:xfrm>
                  <a:off x="2195736" y="6453335"/>
                  <a:ext cx="680697" cy="2924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Front</a:t>
                  </a:r>
                  <a:endParaRPr lang="zh-CN" altLang="en-US" sz="1100" b="1" dirty="0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3005516" y="6076682"/>
                <a:ext cx="483281" cy="373921"/>
                <a:chOff x="2195736" y="6326491"/>
                <a:chExt cx="522900" cy="388455"/>
              </a:xfrm>
            </p:grpSpPr>
            <p:cxnSp>
              <p:nvCxnSpPr>
                <p:cNvPr id="23" name="直接箭头连接符 22"/>
                <p:cNvCxnSpPr/>
                <p:nvPr/>
              </p:nvCxnSpPr>
              <p:spPr>
                <a:xfrm flipV="1">
                  <a:off x="2485238" y="6326491"/>
                  <a:ext cx="3000" cy="19885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文本框 23"/>
                <p:cNvSpPr txBox="1"/>
                <p:nvPr/>
              </p:nvSpPr>
              <p:spPr>
                <a:xfrm>
                  <a:off x="2195736" y="6453336"/>
                  <a:ext cx="5229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Back</a:t>
                  </a:r>
                  <a:endParaRPr lang="zh-CN" altLang="en-US" sz="1100" b="1" dirty="0"/>
                </a:p>
              </p:txBody>
            </p:sp>
          </p:grpSp>
          <p:sp>
            <p:nvSpPr>
              <p:cNvPr id="20" name="矩形 19"/>
              <p:cNvSpPr/>
              <p:nvPr/>
            </p:nvSpPr>
            <p:spPr>
              <a:xfrm>
                <a:off x="4572000" y="6085527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6827912" y="6085526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矩形 29"/>
                <p:cNvSpPr/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矩形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矩形 30"/>
                <p:cNvSpPr/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1" name="矩形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template &lt;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typename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Type&gt;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bool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Queue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&lt;Type&gt;::empty()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    return (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queue_size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== 0 );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template &lt;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typename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Type&gt;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Type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Queue&lt;Type&gt;::front()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    if ( 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()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        throw underflow();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    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	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    return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ifront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43608" y="1600200"/>
            <a:ext cx="7643192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naïve implementation of push and pop: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template &lt;typename Type&gt;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Queue&lt;Type&gt;::push( Type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&amp;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obj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if (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queue_size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==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    throw overflow();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++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iback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iback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 = 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obj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++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queue_size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283968" y="3284984"/>
            <a:ext cx="4210515" cy="946088"/>
            <a:chOff x="3005516" y="5517232"/>
            <a:chExt cx="4210515" cy="946088"/>
          </a:xfrm>
        </p:grpSpPr>
        <p:grpSp>
          <p:nvGrpSpPr>
            <p:cNvPr id="5" name="组合 4"/>
            <p:cNvGrpSpPr/>
            <p:nvPr/>
          </p:nvGrpSpPr>
          <p:grpSpPr>
            <a:xfrm>
              <a:off x="3005516" y="5517232"/>
              <a:ext cx="4210515" cy="946088"/>
              <a:chOff x="3005516" y="5517232"/>
              <a:chExt cx="4210515" cy="946088"/>
            </a:xfrm>
          </p:grpSpPr>
          <p:pic>
            <p:nvPicPr>
              <p:cNvPr id="8" name="Picture 5" descr="C:\Users\dwharder\Desktop\q5.png"/>
              <p:cNvPicPr>
                <a:picLocks noChangeAspect="1" noChangeArrowheads="1"/>
              </p:cNvPicPr>
              <p:nvPr/>
            </p:nvPicPr>
            <p:blipFill rotWithShape="1">
              <a:blip r:embed="rId1" cstate="print"/>
              <a:srcRect t="1" b="80850"/>
              <a:stretch>
                <a:fillRect/>
              </a:stretch>
            </p:blipFill>
            <p:spPr bwMode="auto">
              <a:xfrm>
                <a:off x="3275856" y="5517232"/>
                <a:ext cx="3940175" cy="576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" name="矩形 8"/>
              <p:cNvSpPr/>
              <p:nvPr/>
            </p:nvSpPr>
            <p:spPr>
              <a:xfrm>
                <a:off x="4644008" y="5845788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4860032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507605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5519936" y="584480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5735960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5951984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6169979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529799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6387974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6611888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6835802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0" name="组合 19"/>
              <p:cNvGrpSpPr/>
              <p:nvPr/>
            </p:nvGrpSpPr>
            <p:grpSpPr>
              <a:xfrm>
                <a:off x="3419872" y="6072870"/>
                <a:ext cx="545342" cy="390450"/>
                <a:chOff x="2195736" y="6309320"/>
                <a:chExt cx="680697" cy="436439"/>
              </a:xfrm>
            </p:grpSpPr>
            <p:cxnSp>
              <p:nvCxnSpPr>
                <p:cNvPr id="26" name="直接箭头连接符 25"/>
                <p:cNvCxnSpPr/>
                <p:nvPr/>
              </p:nvCxnSpPr>
              <p:spPr>
                <a:xfrm flipV="1">
                  <a:off x="2485238" y="6309320"/>
                  <a:ext cx="0" cy="21602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文本框 26"/>
                <p:cNvSpPr txBox="1"/>
                <p:nvPr/>
              </p:nvSpPr>
              <p:spPr>
                <a:xfrm>
                  <a:off x="2195736" y="6453335"/>
                  <a:ext cx="680697" cy="2924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Front</a:t>
                  </a:r>
                  <a:endParaRPr lang="zh-CN" altLang="en-US" sz="1100" b="1" dirty="0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3005516" y="6076682"/>
                <a:ext cx="483281" cy="373921"/>
                <a:chOff x="2195736" y="6326491"/>
                <a:chExt cx="522900" cy="388455"/>
              </a:xfrm>
            </p:grpSpPr>
            <p:cxnSp>
              <p:nvCxnSpPr>
                <p:cNvPr id="24" name="直接箭头连接符 23"/>
                <p:cNvCxnSpPr/>
                <p:nvPr/>
              </p:nvCxnSpPr>
              <p:spPr>
                <a:xfrm flipV="1">
                  <a:off x="2485238" y="6326491"/>
                  <a:ext cx="3000" cy="19885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文本框 24"/>
                <p:cNvSpPr txBox="1"/>
                <p:nvPr/>
              </p:nvSpPr>
              <p:spPr>
                <a:xfrm>
                  <a:off x="2195736" y="6453336"/>
                  <a:ext cx="5229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Back</a:t>
                  </a:r>
                  <a:endParaRPr lang="zh-CN" altLang="en-US" sz="1100" b="1" dirty="0"/>
                </a:p>
              </p:txBody>
            </p:sp>
          </p:grpSp>
          <p:sp>
            <p:nvSpPr>
              <p:cNvPr id="22" name="矩形 21"/>
              <p:cNvSpPr/>
              <p:nvPr/>
            </p:nvSpPr>
            <p:spPr>
              <a:xfrm>
                <a:off x="4572000" y="6085527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6827912" y="6085526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矩形 5"/>
                <p:cNvSpPr/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矩形 6"/>
                <p:cNvSpPr/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矩形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矩形 2"/>
          <p:cNvSpPr/>
          <p:nvPr/>
        </p:nvSpPr>
        <p:spPr>
          <a:xfrm>
            <a:off x="6247981" y="2808757"/>
            <a:ext cx="1230108" cy="360040"/>
          </a:xfrm>
          <a:prstGeom prst="rect">
            <a:avLst/>
          </a:prstGeom>
          <a:solidFill>
            <a:srgbClr val="9900FF"/>
          </a:solidFill>
          <a:ln>
            <a:solidFill>
              <a:srgbClr val="99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queue_size</a:t>
            </a:r>
            <a:r>
              <a:rPr lang="en-US" altLang="zh-CN" sz="1400" dirty="0"/>
              <a:t>=0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43608" y="1600200"/>
            <a:ext cx="7643192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naïve implementation of push and pop: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template &lt;typename Type&gt;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Queue&lt;Type&gt;::push( Type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&amp;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obj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if (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queue_size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==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    throw overflow();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++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iback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iback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 = 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obj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++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queue_size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54308" y="3284984"/>
            <a:ext cx="3940175" cy="1075373"/>
            <a:chOff x="3275856" y="5517232"/>
            <a:chExt cx="3940175" cy="1075373"/>
          </a:xfrm>
        </p:grpSpPr>
        <p:grpSp>
          <p:nvGrpSpPr>
            <p:cNvPr id="5" name="组合 4"/>
            <p:cNvGrpSpPr/>
            <p:nvPr/>
          </p:nvGrpSpPr>
          <p:grpSpPr>
            <a:xfrm>
              <a:off x="3275856" y="5517232"/>
              <a:ext cx="3940175" cy="1075373"/>
              <a:chOff x="3275856" y="5517232"/>
              <a:chExt cx="3940175" cy="1075373"/>
            </a:xfrm>
          </p:grpSpPr>
          <p:pic>
            <p:nvPicPr>
              <p:cNvPr id="8" name="Picture 5" descr="C:\Users\dwharder\Desktop\q5.png"/>
              <p:cNvPicPr>
                <a:picLocks noChangeAspect="1" noChangeArrowheads="1"/>
              </p:cNvPicPr>
              <p:nvPr/>
            </p:nvPicPr>
            <p:blipFill rotWithShape="1">
              <a:blip r:embed="rId1" cstate="print"/>
              <a:srcRect t="1" b="80850"/>
              <a:stretch>
                <a:fillRect/>
              </a:stretch>
            </p:blipFill>
            <p:spPr bwMode="auto">
              <a:xfrm>
                <a:off x="3275856" y="5517232"/>
                <a:ext cx="3940175" cy="576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" name="矩形 8"/>
              <p:cNvSpPr/>
              <p:nvPr/>
            </p:nvSpPr>
            <p:spPr>
              <a:xfrm>
                <a:off x="4644008" y="5845788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4860032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507605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5519936" y="584480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5735960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5951984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6169979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529799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6387974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6611888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6835802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0" name="组合 19"/>
              <p:cNvGrpSpPr/>
              <p:nvPr/>
            </p:nvGrpSpPr>
            <p:grpSpPr>
              <a:xfrm>
                <a:off x="3419872" y="6072870"/>
                <a:ext cx="545342" cy="390450"/>
                <a:chOff x="2195736" y="6309320"/>
                <a:chExt cx="680697" cy="436439"/>
              </a:xfrm>
            </p:grpSpPr>
            <p:cxnSp>
              <p:nvCxnSpPr>
                <p:cNvPr id="26" name="直接箭头连接符 25"/>
                <p:cNvCxnSpPr/>
                <p:nvPr/>
              </p:nvCxnSpPr>
              <p:spPr>
                <a:xfrm flipV="1">
                  <a:off x="2485238" y="6309320"/>
                  <a:ext cx="0" cy="21602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文本框 26"/>
                <p:cNvSpPr txBox="1"/>
                <p:nvPr/>
              </p:nvSpPr>
              <p:spPr>
                <a:xfrm>
                  <a:off x="2195736" y="6453335"/>
                  <a:ext cx="680697" cy="2924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Front</a:t>
                  </a:r>
                  <a:endParaRPr lang="zh-CN" altLang="en-US" sz="1100" b="1" dirty="0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3509572" y="6079836"/>
                <a:ext cx="483281" cy="512769"/>
                <a:chOff x="2741114" y="6329768"/>
                <a:chExt cx="522900" cy="532700"/>
              </a:xfrm>
            </p:grpSpPr>
            <p:cxnSp>
              <p:nvCxnSpPr>
                <p:cNvPr id="24" name="直接箭头连接符 23"/>
                <p:cNvCxnSpPr/>
                <p:nvPr/>
              </p:nvCxnSpPr>
              <p:spPr>
                <a:xfrm flipV="1">
                  <a:off x="2994550" y="6329768"/>
                  <a:ext cx="3000" cy="19885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文本框 24"/>
                <p:cNvSpPr txBox="1"/>
                <p:nvPr/>
              </p:nvSpPr>
              <p:spPr>
                <a:xfrm>
                  <a:off x="2741114" y="6600858"/>
                  <a:ext cx="5229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Back</a:t>
                  </a:r>
                  <a:endParaRPr lang="zh-CN" altLang="en-US" sz="1100" b="1" dirty="0"/>
                </a:p>
              </p:txBody>
            </p:sp>
          </p:grpSp>
          <p:sp>
            <p:nvSpPr>
              <p:cNvPr id="22" name="矩形 21"/>
              <p:cNvSpPr/>
              <p:nvPr/>
            </p:nvSpPr>
            <p:spPr>
              <a:xfrm>
                <a:off x="4572000" y="6085527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6827912" y="6085526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矩形 5"/>
                <p:cNvSpPr/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矩形 6"/>
                <p:cNvSpPr/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矩形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矩形 1"/>
          <p:cNvSpPr/>
          <p:nvPr/>
        </p:nvSpPr>
        <p:spPr>
          <a:xfrm>
            <a:off x="4865204" y="4365104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obj1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830508" y="3612076"/>
            <a:ext cx="216024" cy="216024"/>
          </a:xfrm>
          <a:prstGeom prst="rect">
            <a:avLst/>
          </a:prstGeom>
          <a:solidFill>
            <a:srgbClr val="99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247981" y="2808757"/>
            <a:ext cx="1230108" cy="360040"/>
          </a:xfrm>
          <a:prstGeom prst="rect">
            <a:avLst/>
          </a:prstGeom>
          <a:solidFill>
            <a:srgbClr val="9900FF"/>
          </a:solidFill>
          <a:ln>
            <a:solidFill>
              <a:srgbClr val="99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queue_size</a:t>
            </a:r>
            <a:r>
              <a:rPr lang="en-US" altLang="zh-CN" sz="1400" dirty="0"/>
              <a:t>=1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43608" y="1600200"/>
            <a:ext cx="7643192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naïve implementation of push and pop: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template &lt;typename Type&gt;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Queue&lt;Type&gt;::push( Type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&amp;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obj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if (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queue_size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==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    throw overflow();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++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iback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iback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 = 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obj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++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queue_size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54308" y="3284984"/>
            <a:ext cx="3940175" cy="1071999"/>
            <a:chOff x="3275856" y="5517232"/>
            <a:chExt cx="3940175" cy="1071999"/>
          </a:xfrm>
        </p:grpSpPr>
        <p:grpSp>
          <p:nvGrpSpPr>
            <p:cNvPr id="5" name="组合 4"/>
            <p:cNvGrpSpPr/>
            <p:nvPr/>
          </p:nvGrpSpPr>
          <p:grpSpPr>
            <a:xfrm>
              <a:off x="3275856" y="5517232"/>
              <a:ext cx="3940175" cy="1071999"/>
              <a:chOff x="3275856" y="5517232"/>
              <a:chExt cx="3940175" cy="1071999"/>
            </a:xfrm>
          </p:grpSpPr>
          <p:pic>
            <p:nvPicPr>
              <p:cNvPr id="8" name="Picture 5" descr="C:\Users\dwharder\Desktop\q5.png"/>
              <p:cNvPicPr>
                <a:picLocks noChangeAspect="1" noChangeArrowheads="1"/>
              </p:cNvPicPr>
              <p:nvPr/>
            </p:nvPicPr>
            <p:blipFill rotWithShape="1">
              <a:blip r:embed="rId1" cstate="print"/>
              <a:srcRect t="1" b="80850"/>
              <a:stretch>
                <a:fillRect/>
              </a:stretch>
            </p:blipFill>
            <p:spPr bwMode="auto">
              <a:xfrm>
                <a:off x="3275856" y="5517232"/>
                <a:ext cx="3940175" cy="576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" name="矩形 8"/>
              <p:cNvSpPr/>
              <p:nvPr/>
            </p:nvSpPr>
            <p:spPr>
              <a:xfrm>
                <a:off x="4644008" y="5845788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4860032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507605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5519936" y="584480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5735960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5951984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6169979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529799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6387974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6611888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6835802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0" name="组合 19"/>
              <p:cNvGrpSpPr/>
              <p:nvPr/>
            </p:nvGrpSpPr>
            <p:grpSpPr>
              <a:xfrm>
                <a:off x="3419872" y="6072870"/>
                <a:ext cx="545342" cy="390450"/>
                <a:chOff x="2195736" y="6309320"/>
                <a:chExt cx="680697" cy="436439"/>
              </a:xfrm>
            </p:grpSpPr>
            <p:cxnSp>
              <p:nvCxnSpPr>
                <p:cNvPr id="26" name="直接箭头连接符 25"/>
                <p:cNvCxnSpPr/>
                <p:nvPr/>
              </p:nvCxnSpPr>
              <p:spPr>
                <a:xfrm flipV="1">
                  <a:off x="2485238" y="6309320"/>
                  <a:ext cx="0" cy="21602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文本框 26"/>
                <p:cNvSpPr txBox="1"/>
                <p:nvPr/>
              </p:nvSpPr>
              <p:spPr>
                <a:xfrm>
                  <a:off x="2195736" y="6453335"/>
                  <a:ext cx="680697" cy="2924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Front</a:t>
                  </a:r>
                  <a:endParaRPr lang="zh-CN" altLang="en-US" sz="1100" b="1" dirty="0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3659662" y="6076462"/>
                <a:ext cx="483281" cy="512769"/>
                <a:chOff x="2903508" y="6326263"/>
                <a:chExt cx="522900" cy="532700"/>
              </a:xfrm>
            </p:grpSpPr>
            <p:cxnSp>
              <p:nvCxnSpPr>
                <p:cNvPr id="24" name="直接箭头连接符 23"/>
                <p:cNvCxnSpPr/>
                <p:nvPr/>
              </p:nvCxnSpPr>
              <p:spPr>
                <a:xfrm flipV="1">
                  <a:off x="3156944" y="6326263"/>
                  <a:ext cx="3000" cy="19885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文本框 24"/>
                <p:cNvSpPr txBox="1"/>
                <p:nvPr/>
              </p:nvSpPr>
              <p:spPr>
                <a:xfrm>
                  <a:off x="2903508" y="6597353"/>
                  <a:ext cx="5229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Back</a:t>
                  </a:r>
                  <a:endParaRPr lang="zh-CN" altLang="en-US" sz="1100" b="1" dirty="0"/>
                </a:p>
              </p:txBody>
            </p:sp>
          </p:grpSp>
          <p:sp>
            <p:nvSpPr>
              <p:cNvPr id="22" name="矩形 21"/>
              <p:cNvSpPr/>
              <p:nvPr/>
            </p:nvSpPr>
            <p:spPr>
              <a:xfrm>
                <a:off x="4572000" y="6085527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6827912" y="6085526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矩形 5"/>
                <p:cNvSpPr/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矩形 6"/>
                <p:cNvSpPr/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矩形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矩形 1"/>
          <p:cNvSpPr/>
          <p:nvPr/>
        </p:nvSpPr>
        <p:spPr>
          <a:xfrm>
            <a:off x="4865204" y="4365104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obj1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830508" y="3612076"/>
            <a:ext cx="216024" cy="216024"/>
          </a:xfrm>
          <a:prstGeom prst="rect">
            <a:avLst/>
          </a:prstGeom>
          <a:solidFill>
            <a:srgbClr val="99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803678" y="436449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obj2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247981" y="2808757"/>
            <a:ext cx="1230108" cy="360040"/>
          </a:xfrm>
          <a:prstGeom prst="rect">
            <a:avLst/>
          </a:prstGeom>
          <a:solidFill>
            <a:srgbClr val="9900FF"/>
          </a:solidFill>
          <a:ln>
            <a:solidFill>
              <a:srgbClr val="99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queue_size</a:t>
            </a:r>
            <a:r>
              <a:rPr lang="en-US" altLang="zh-CN" sz="1400" dirty="0"/>
              <a:t>=2</a:t>
            </a:r>
            <a:endParaRPr lang="zh-CN" altLang="en-US" sz="1400" dirty="0"/>
          </a:p>
        </p:txBody>
      </p:sp>
      <p:sp>
        <p:nvSpPr>
          <p:cNvPr id="32" name="矩形 31"/>
          <p:cNvSpPr/>
          <p:nvPr/>
        </p:nvSpPr>
        <p:spPr>
          <a:xfrm>
            <a:off x="5046532" y="3615063"/>
            <a:ext cx="216024" cy="216024"/>
          </a:xfrm>
          <a:prstGeom prst="rect">
            <a:avLst/>
          </a:prstGeom>
          <a:solidFill>
            <a:srgbClr val="99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43608" y="1600200"/>
            <a:ext cx="7643192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naïve implementation of push and pop: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2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template &lt;typename Type&gt;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Queue&lt;Type&gt;::push( Type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&amp;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obj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if (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queue_size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==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    throw overflow();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++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iback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iback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] = 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obj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++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queue_size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54308" y="3284984"/>
            <a:ext cx="3940175" cy="946088"/>
            <a:chOff x="3275856" y="5517232"/>
            <a:chExt cx="3940175" cy="946088"/>
          </a:xfrm>
        </p:grpSpPr>
        <p:grpSp>
          <p:nvGrpSpPr>
            <p:cNvPr id="5" name="组合 4"/>
            <p:cNvGrpSpPr/>
            <p:nvPr/>
          </p:nvGrpSpPr>
          <p:grpSpPr>
            <a:xfrm>
              <a:off x="3275856" y="5517232"/>
              <a:ext cx="3940175" cy="946088"/>
              <a:chOff x="3275856" y="5517232"/>
              <a:chExt cx="3940175" cy="946088"/>
            </a:xfrm>
          </p:grpSpPr>
          <p:pic>
            <p:nvPicPr>
              <p:cNvPr id="8" name="Picture 5" descr="C:\Users\dwharder\Desktop\q5.png"/>
              <p:cNvPicPr>
                <a:picLocks noChangeAspect="1" noChangeArrowheads="1"/>
              </p:cNvPicPr>
              <p:nvPr/>
            </p:nvPicPr>
            <p:blipFill rotWithShape="1">
              <a:blip r:embed="rId1" cstate="print"/>
              <a:srcRect t="1" b="80850"/>
              <a:stretch>
                <a:fillRect/>
              </a:stretch>
            </p:blipFill>
            <p:spPr bwMode="auto">
              <a:xfrm>
                <a:off x="3275856" y="5517232"/>
                <a:ext cx="3940175" cy="576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" name="矩形 8"/>
              <p:cNvSpPr/>
              <p:nvPr/>
            </p:nvSpPr>
            <p:spPr>
              <a:xfrm>
                <a:off x="4644008" y="5845788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4860032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507605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5519936" y="584480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5735960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5951984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6169979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529799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6387974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6611888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6835802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0" name="组合 19"/>
              <p:cNvGrpSpPr/>
              <p:nvPr/>
            </p:nvGrpSpPr>
            <p:grpSpPr>
              <a:xfrm>
                <a:off x="3419872" y="6072870"/>
                <a:ext cx="545342" cy="390450"/>
                <a:chOff x="2195736" y="6309320"/>
                <a:chExt cx="680697" cy="436439"/>
              </a:xfrm>
            </p:grpSpPr>
            <p:cxnSp>
              <p:nvCxnSpPr>
                <p:cNvPr id="26" name="直接箭头连接符 25"/>
                <p:cNvCxnSpPr/>
                <p:nvPr/>
              </p:nvCxnSpPr>
              <p:spPr>
                <a:xfrm flipV="1">
                  <a:off x="2485238" y="6309320"/>
                  <a:ext cx="0" cy="21602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文本框 26"/>
                <p:cNvSpPr txBox="1"/>
                <p:nvPr/>
              </p:nvSpPr>
              <p:spPr>
                <a:xfrm>
                  <a:off x="2195736" y="6453335"/>
                  <a:ext cx="680697" cy="2924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Front</a:t>
                  </a:r>
                  <a:endParaRPr lang="zh-CN" altLang="en-US" sz="1100" b="1" dirty="0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3869364" y="6062512"/>
                <a:ext cx="483281" cy="382519"/>
                <a:chOff x="3130401" y="6311767"/>
                <a:chExt cx="522900" cy="397387"/>
              </a:xfrm>
            </p:grpSpPr>
            <p:cxnSp>
              <p:nvCxnSpPr>
                <p:cNvPr id="24" name="直接箭头连接符 23"/>
                <p:cNvCxnSpPr/>
                <p:nvPr/>
              </p:nvCxnSpPr>
              <p:spPr>
                <a:xfrm flipV="1">
                  <a:off x="3387795" y="6311767"/>
                  <a:ext cx="3000" cy="19885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文本框 24"/>
                <p:cNvSpPr txBox="1"/>
                <p:nvPr/>
              </p:nvSpPr>
              <p:spPr>
                <a:xfrm>
                  <a:off x="3130401" y="6447544"/>
                  <a:ext cx="5229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Back</a:t>
                  </a:r>
                  <a:endParaRPr lang="zh-CN" altLang="en-US" sz="1100" b="1" dirty="0"/>
                </a:p>
              </p:txBody>
            </p:sp>
          </p:grpSp>
          <p:sp>
            <p:nvSpPr>
              <p:cNvPr id="22" name="矩形 21"/>
              <p:cNvSpPr/>
              <p:nvPr/>
            </p:nvSpPr>
            <p:spPr>
              <a:xfrm>
                <a:off x="4572000" y="6085527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6827912" y="6085526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矩形 5"/>
                <p:cNvSpPr/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矩形 6"/>
                <p:cNvSpPr/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矩形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矩形 1"/>
          <p:cNvSpPr/>
          <p:nvPr/>
        </p:nvSpPr>
        <p:spPr>
          <a:xfrm>
            <a:off x="4865204" y="4365104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obj1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830508" y="3612076"/>
            <a:ext cx="216024" cy="216024"/>
          </a:xfrm>
          <a:prstGeom prst="rect">
            <a:avLst/>
          </a:prstGeom>
          <a:solidFill>
            <a:srgbClr val="99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803678" y="436449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obj2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247981" y="2808757"/>
            <a:ext cx="1230108" cy="360040"/>
          </a:xfrm>
          <a:prstGeom prst="rect">
            <a:avLst/>
          </a:prstGeom>
          <a:solidFill>
            <a:srgbClr val="9900FF"/>
          </a:solidFill>
          <a:ln>
            <a:solidFill>
              <a:srgbClr val="99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queue_size</a:t>
            </a:r>
            <a:r>
              <a:rPr lang="en-US" altLang="zh-CN" sz="1400" dirty="0"/>
              <a:t>=3</a:t>
            </a:r>
            <a:endParaRPr lang="zh-CN" altLang="en-US" sz="1400" dirty="0"/>
          </a:p>
        </p:txBody>
      </p:sp>
      <p:sp>
        <p:nvSpPr>
          <p:cNvPr id="32" name="矩形 31"/>
          <p:cNvSpPr/>
          <p:nvPr/>
        </p:nvSpPr>
        <p:spPr>
          <a:xfrm>
            <a:off x="5046532" y="3615063"/>
            <a:ext cx="216024" cy="216024"/>
          </a:xfrm>
          <a:prstGeom prst="rect">
            <a:avLst/>
          </a:prstGeom>
          <a:solidFill>
            <a:srgbClr val="99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742152" y="436449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obj3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265514" y="3613392"/>
            <a:ext cx="216024" cy="216024"/>
          </a:xfrm>
          <a:prstGeom prst="rect">
            <a:avLst/>
          </a:prstGeom>
          <a:solidFill>
            <a:srgbClr val="99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600200"/>
            <a:ext cx="8003232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 naïve implementation of push and pop: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1043608" y="2204864"/>
            <a:ext cx="4521200" cy="2592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template &lt;</a:t>
            </a:r>
            <a:r>
              <a:rPr lang="en-US" sz="1600" dirty="0" err="1">
                <a:latin typeface="Consolas" panose="020B0609020204030204" pitchFamily="49" charset="0"/>
              </a:rPr>
              <a:t>typename</a:t>
            </a:r>
            <a:r>
              <a:rPr lang="en-US" sz="1600" dirty="0">
                <a:latin typeface="Consolas" panose="020B0609020204030204" pitchFamily="49" charset="0"/>
              </a:rPr>
              <a:t> Type&gt;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latin typeface="Consolas" panose="020B0609020204030204" pitchFamily="49" charset="0"/>
              </a:rPr>
              <a:t> Queue&lt;Type&gt;::pop() {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if (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</a:rPr>
              <a:t>empty</a:t>
            </a:r>
            <a:r>
              <a:rPr lang="en-US" sz="1600" dirty="0">
                <a:latin typeface="Consolas" panose="020B0609020204030204" pitchFamily="49" charset="0"/>
              </a:rPr>
              <a:t>() ) {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    throw underflow();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}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--</a:t>
            </a:r>
            <a:r>
              <a:rPr lang="en-US" sz="1600" dirty="0" err="1">
                <a:latin typeface="Consolas" panose="020B0609020204030204" pitchFamily="49" charset="0"/>
              </a:rPr>
              <a:t>queue_size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++</a:t>
            </a:r>
            <a:r>
              <a:rPr lang="en-US" sz="1600" dirty="0" err="1">
                <a:latin typeface="Consolas" panose="020B0609020204030204" pitchFamily="49" charset="0"/>
              </a:rPr>
              <a:t>ifront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return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array</a:t>
            </a:r>
            <a:r>
              <a:rPr lang="en-US" sz="1600" dirty="0"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ifront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- 1</a:t>
            </a:r>
            <a:r>
              <a:rPr lang="en-US" sz="1600" dirty="0">
                <a:latin typeface="Consolas" panose="020B0609020204030204" pitchFamily="49" charset="0"/>
              </a:rPr>
              <a:t>];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554308" y="3284984"/>
            <a:ext cx="3940175" cy="1066806"/>
            <a:chOff x="3275856" y="5517232"/>
            <a:chExt cx="3940175" cy="1066806"/>
          </a:xfrm>
        </p:grpSpPr>
        <p:grpSp>
          <p:nvGrpSpPr>
            <p:cNvPr id="7" name="组合 6"/>
            <p:cNvGrpSpPr/>
            <p:nvPr/>
          </p:nvGrpSpPr>
          <p:grpSpPr>
            <a:xfrm>
              <a:off x="3275856" y="5517232"/>
              <a:ext cx="3940175" cy="1066806"/>
              <a:chOff x="3275856" y="5517232"/>
              <a:chExt cx="3940175" cy="1066806"/>
            </a:xfrm>
          </p:grpSpPr>
          <p:pic>
            <p:nvPicPr>
              <p:cNvPr id="10" name="Picture 5" descr="C:\Users\dwharder\Desktop\q5.png"/>
              <p:cNvPicPr>
                <a:picLocks noChangeAspect="1" noChangeArrowheads="1"/>
              </p:cNvPicPr>
              <p:nvPr/>
            </p:nvPicPr>
            <p:blipFill rotWithShape="1">
              <a:blip r:embed="rId1" cstate="print"/>
              <a:srcRect t="1" b="80850"/>
              <a:stretch>
                <a:fillRect/>
              </a:stretch>
            </p:blipFill>
            <p:spPr bwMode="auto">
              <a:xfrm>
                <a:off x="3275856" y="5517232"/>
                <a:ext cx="3940175" cy="576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1" name="矩形 10"/>
              <p:cNvSpPr/>
              <p:nvPr/>
            </p:nvSpPr>
            <p:spPr>
              <a:xfrm>
                <a:off x="4644008" y="5845788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4860032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507605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5519936" y="584480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5735960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5951984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6169979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29799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6387974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6611888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6835802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3657744" y="6060657"/>
                <a:ext cx="545342" cy="523381"/>
                <a:chOff x="2492648" y="6295676"/>
                <a:chExt cx="680697" cy="585028"/>
              </a:xfrm>
            </p:grpSpPr>
            <p:cxnSp>
              <p:nvCxnSpPr>
                <p:cNvPr id="28" name="直接箭头连接符 27"/>
                <p:cNvCxnSpPr/>
                <p:nvPr/>
              </p:nvCxnSpPr>
              <p:spPr>
                <a:xfrm flipV="1">
                  <a:off x="2756793" y="6295676"/>
                  <a:ext cx="0" cy="21602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文本框 28"/>
                <p:cNvSpPr txBox="1"/>
                <p:nvPr/>
              </p:nvSpPr>
              <p:spPr>
                <a:xfrm>
                  <a:off x="2492648" y="6588280"/>
                  <a:ext cx="680697" cy="2924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Front</a:t>
                  </a:r>
                  <a:endParaRPr lang="zh-CN" altLang="en-US" sz="1100" b="1" dirty="0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3869364" y="6062512"/>
                <a:ext cx="483281" cy="382519"/>
                <a:chOff x="3130401" y="6311767"/>
                <a:chExt cx="522900" cy="397387"/>
              </a:xfrm>
            </p:grpSpPr>
            <p:cxnSp>
              <p:nvCxnSpPr>
                <p:cNvPr id="26" name="直接箭头连接符 25"/>
                <p:cNvCxnSpPr/>
                <p:nvPr/>
              </p:nvCxnSpPr>
              <p:spPr>
                <a:xfrm flipV="1">
                  <a:off x="3387795" y="6311767"/>
                  <a:ext cx="3000" cy="19885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文本框 26"/>
                <p:cNvSpPr txBox="1"/>
                <p:nvPr/>
              </p:nvSpPr>
              <p:spPr>
                <a:xfrm>
                  <a:off x="3130401" y="6447544"/>
                  <a:ext cx="5229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Back</a:t>
                  </a:r>
                  <a:endParaRPr lang="zh-CN" altLang="en-US" sz="1100" b="1" dirty="0"/>
                </a:p>
              </p:txBody>
            </p:sp>
          </p:grpSp>
          <p:sp>
            <p:nvSpPr>
              <p:cNvPr id="24" name="矩形 23"/>
              <p:cNvSpPr/>
              <p:nvPr/>
            </p:nvSpPr>
            <p:spPr>
              <a:xfrm>
                <a:off x="4572000" y="6085527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6827912" y="6085526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/>
                <p:cNvSpPr/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" name="矩形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/>
                <p:cNvSpPr/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矩形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矩形 29"/>
          <p:cNvSpPr/>
          <p:nvPr/>
        </p:nvSpPr>
        <p:spPr>
          <a:xfrm>
            <a:off x="4865204" y="4365104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obj1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803678" y="436449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obj2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247981" y="2808757"/>
            <a:ext cx="1230108" cy="360040"/>
          </a:xfrm>
          <a:prstGeom prst="rect">
            <a:avLst/>
          </a:prstGeom>
          <a:solidFill>
            <a:srgbClr val="9900FF"/>
          </a:solidFill>
          <a:ln>
            <a:solidFill>
              <a:srgbClr val="99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queue_size</a:t>
            </a:r>
            <a:r>
              <a:rPr lang="en-US" altLang="zh-CN" sz="1400" dirty="0"/>
              <a:t>=2</a:t>
            </a:r>
            <a:endParaRPr lang="zh-CN" altLang="en-US" sz="1400" dirty="0"/>
          </a:p>
        </p:txBody>
      </p:sp>
      <p:sp>
        <p:nvSpPr>
          <p:cNvPr id="34" name="矩形 33"/>
          <p:cNvSpPr/>
          <p:nvPr/>
        </p:nvSpPr>
        <p:spPr>
          <a:xfrm>
            <a:off x="5046532" y="3615063"/>
            <a:ext cx="216024" cy="216024"/>
          </a:xfrm>
          <a:prstGeom prst="rect">
            <a:avLst/>
          </a:prstGeom>
          <a:solidFill>
            <a:srgbClr val="99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742152" y="436449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obj3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265514" y="3613392"/>
            <a:ext cx="216024" cy="216024"/>
          </a:xfrm>
          <a:prstGeom prst="rect">
            <a:avLst/>
          </a:prstGeom>
          <a:solidFill>
            <a:srgbClr val="99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680863" y="436449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0070C0"/>
                </a:solidFill>
              </a:rPr>
              <a:t>Pop obj1</a:t>
            </a:r>
            <a:endParaRPr lang="zh-CN" altLang="en-US" sz="1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600200"/>
            <a:ext cx="8003232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 naïve implementation of push and pop: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1043608" y="2204864"/>
            <a:ext cx="4521200" cy="2592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template &lt;</a:t>
            </a:r>
            <a:r>
              <a:rPr lang="en-US" sz="1600" dirty="0" err="1">
                <a:latin typeface="Consolas" panose="020B0609020204030204" pitchFamily="49" charset="0"/>
              </a:rPr>
              <a:t>typename</a:t>
            </a:r>
            <a:r>
              <a:rPr lang="en-US" sz="1600" dirty="0">
                <a:latin typeface="Consolas" panose="020B0609020204030204" pitchFamily="49" charset="0"/>
              </a:rPr>
              <a:t> Type&gt;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latin typeface="Consolas" panose="020B0609020204030204" pitchFamily="49" charset="0"/>
              </a:rPr>
              <a:t> Queue&lt;Type&gt;::pop() {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if (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</a:rPr>
              <a:t>empty</a:t>
            </a:r>
            <a:r>
              <a:rPr lang="en-US" sz="1600" dirty="0">
                <a:latin typeface="Consolas" panose="020B0609020204030204" pitchFamily="49" charset="0"/>
              </a:rPr>
              <a:t>() ) {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    throw underflow();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}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--</a:t>
            </a:r>
            <a:r>
              <a:rPr lang="en-US" sz="1600" dirty="0" err="1">
                <a:latin typeface="Consolas" panose="020B0609020204030204" pitchFamily="49" charset="0"/>
              </a:rPr>
              <a:t>queue_size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++</a:t>
            </a:r>
            <a:r>
              <a:rPr lang="en-US" sz="1600" dirty="0" err="1">
                <a:latin typeface="Consolas" panose="020B0609020204030204" pitchFamily="49" charset="0"/>
              </a:rPr>
              <a:t>ifront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return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array</a:t>
            </a:r>
            <a:r>
              <a:rPr lang="en-US" sz="1600" dirty="0"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ifront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- 1</a:t>
            </a:r>
            <a:r>
              <a:rPr lang="en-US" sz="1600" dirty="0">
                <a:latin typeface="Consolas" panose="020B0609020204030204" pitchFamily="49" charset="0"/>
              </a:rPr>
              <a:t>];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24128" y="5085184"/>
            <a:ext cx="1503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solidFill>
                  <a:srgbClr val="FF0000"/>
                </a:solidFill>
              </a:rPr>
              <a:t>Problem?</a:t>
            </a:r>
            <a:endParaRPr lang="zh-CN" altLang="en-US" sz="2400" i="1" dirty="0">
              <a:solidFill>
                <a:srgbClr val="FF0000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554308" y="3284984"/>
            <a:ext cx="3940175" cy="1066806"/>
            <a:chOff x="3275856" y="5517232"/>
            <a:chExt cx="3940175" cy="1066806"/>
          </a:xfrm>
        </p:grpSpPr>
        <p:grpSp>
          <p:nvGrpSpPr>
            <p:cNvPr id="7" name="组合 6"/>
            <p:cNvGrpSpPr/>
            <p:nvPr/>
          </p:nvGrpSpPr>
          <p:grpSpPr>
            <a:xfrm>
              <a:off x="3275856" y="5517232"/>
              <a:ext cx="3940175" cy="1066806"/>
              <a:chOff x="3275856" y="5517232"/>
              <a:chExt cx="3940175" cy="1066806"/>
            </a:xfrm>
          </p:grpSpPr>
          <p:pic>
            <p:nvPicPr>
              <p:cNvPr id="10" name="Picture 5" descr="C:\Users\dwharder\Desktop\q5.png"/>
              <p:cNvPicPr>
                <a:picLocks noChangeAspect="1" noChangeArrowheads="1"/>
              </p:cNvPicPr>
              <p:nvPr/>
            </p:nvPicPr>
            <p:blipFill rotWithShape="1">
              <a:blip r:embed="rId1" cstate="print"/>
              <a:srcRect t="1" b="80850"/>
              <a:stretch>
                <a:fillRect/>
              </a:stretch>
            </p:blipFill>
            <p:spPr bwMode="auto">
              <a:xfrm>
                <a:off x="3275856" y="5517232"/>
                <a:ext cx="3940175" cy="576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1" name="矩形 10"/>
              <p:cNvSpPr/>
              <p:nvPr/>
            </p:nvSpPr>
            <p:spPr>
              <a:xfrm>
                <a:off x="4644008" y="5845788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4860032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507605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5519936" y="584480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5735960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5951984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6169979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29799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6387974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6611888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6835802" y="5844136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3657744" y="6060657"/>
                <a:ext cx="545342" cy="523381"/>
                <a:chOff x="2492648" y="6295676"/>
                <a:chExt cx="680697" cy="585028"/>
              </a:xfrm>
            </p:grpSpPr>
            <p:cxnSp>
              <p:nvCxnSpPr>
                <p:cNvPr id="28" name="直接箭头连接符 27"/>
                <p:cNvCxnSpPr/>
                <p:nvPr/>
              </p:nvCxnSpPr>
              <p:spPr>
                <a:xfrm flipV="1">
                  <a:off x="2756793" y="6295676"/>
                  <a:ext cx="0" cy="21602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文本框 28"/>
                <p:cNvSpPr txBox="1"/>
                <p:nvPr/>
              </p:nvSpPr>
              <p:spPr>
                <a:xfrm>
                  <a:off x="2492648" y="6588280"/>
                  <a:ext cx="680697" cy="2924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Front</a:t>
                  </a:r>
                  <a:endParaRPr lang="zh-CN" altLang="en-US" sz="1100" b="1" dirty="0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3869364" y="6062512"/>
                <a:ext cx="483281" cy="382519"/>
                <a:chOff x="3130401" y="6311767"/>
                <a:chExt cx="522900" cy="397387"/>
              </a:xfrm>
            </p:grpSpPr>
            <p:cxnSp>
              <p:nvCxnSpPr>
                <p:cNvPr id="26" name="直接箭头连接符 25"/>
                <p:cNvCxnSpPr/>
                <p:nvPr/>
              </p:nvCxnSpPr>
              <p:spPr>
                <a:xfrm flipV="1">
                  <a:off x="3387795" y="6311767"/>
                  <a:ext cx="3000" cy="19885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文本框 26"/>
                <p:cNvSpPr txBox="1"/>
                <p:nvPr/>
              </p:nvSpPr>
              <p:spPr>
                <a:xfrm>
                  <a:off x="3130401" y="6447544"/>
                  <a:ext cx="5229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Back</a:t>
                  </a:r>
                  <a:endParaRPr lang="zh-CN" altLang="en-US" sz="1100" b="1" dirty="0"/>
                </a:p>
              </p:txBody>
            </p:sp>
          </p:grpSp>
          <p:sp>
            <p:nvSpPr>
              <p:cNvPr id="24" name="矩形 23"/>
              <p:cNvSpPr/>
              <p:nvPr/>
            </p:nvSpPr>
            <p:spPr>
              <a:xfrm>
                <a:off x="4572000" y="6085527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6827912" y="6085526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/>
                <p:cNvSpPr/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" name="矩形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/>
                <p:cNvSpPr/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矩形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矩形 29"/>
          <p:cNvSpPr/>
          <p:nvPr/>
        </p:nvSpPr>
        <p:spPr>
          <a:xfrm>
            <a:off x="4865204" y="4365104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obj1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803678" y="436449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obj2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247981" y="2808757"/>
            <a:ext cx="1230108" cy="360040"/>
          </a:xfrm>
          <a:prstGeom prst="rect">
            <a:avLst/>
          </a:prstGeom>
          <a:solidFill>
            <a:srgbClr val="9900FF"/>
          </a:solidFill>
          <a:ln>
            <a:solidFill>
              <a:srgbClr val="99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queue_size</a:t>
            </a:r>
            <a:r>
              <a:rPr lang="en-US" altLang="zh-CN" sz="1400" dirty="0"/>
              <a:t>=2</a:t>
            </a:r>
            <a:endParaRPr lang="zh-CN" altLang="en-US" sz="1400" dirty="0"/>
          </a:p>
        </p:txBody>
      </p:sp>
      <p:sp>
        <p:nvSpPr>
          <p:cNvPr id="34" name="矩形 33"/>
          <p:cNvSpPr/>
          <p:nvPr/>
        </p:nvSpPr>
        <p:spPr>
          <a:xfrm>
            <a:off x="5046532" y="3615063"/>
            <a:ext cx="216024" cy="216024"/>
          </a:xfrm>
          <a:prstGeom prst="rect">
            <a:avLst/>
          </a:prstGeom>
          <a:solidFill>
            <a:srgbClr val="99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742152" y="436449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obj3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265514" y="3613392"/>
            <a:ext cx="216024" cy="216024"/>
          </a:xfrm>
          <a:prstGeom prst="rect">
            <a:avLst/>
          </a:prstGeom>
          <a:solidFill>
            <a:srgbClr val="99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680863" y="436449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0070C0"/>
                </a:solidFill>
              </a:rPr>
              <a:t>Pop obj1</a:t>
            </a:r>
            <a:endParaRPr lang="zh-CN" altLang="en-US" sz="1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600200"/>
            <a:ext cx="8003232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 naïve implementation of push and pop: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1043608" y="2204864"/>
            <a:ext cx="4521200" cy="2592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template &lt;</a:t>
            </a:r>
            <a:r>
              <a:rPr lang="en-US" sz="1600" dirty="0" err="1">
                <a:latin typeface="Consolas" panose="020B0609020204030204" pitchFamily="49" charset="0"/>
              </a:rPr>
              <a:t>typename</a:t>
            </a:r>
            <a:r>
              <a:rPr lang="en-US" sz="1600" dirty="0">
                <a:latin typeface="Consolas" panose="020B0609020204030204" pitchFamily="49" charset="0"/>
              </a:rPr>
              <a:t> Type&gt;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solidFill>
                  <a:srgbClr val="FF33CC"/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latin typeface="Consolas" panose="020B0609020204030204" pitchFamily="49" charset="0"/>
              </a:rPr>
              <a:t> Queue&lt;Type&gt;::pop() {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if ( </a:t>
            </a:r>
            <a:r>
              <a:rPr lang="en-US" sz="1600" dirty="0">
                <a:solidFill>
                  <a:srgbClr val="663300"/>
                </a:solidFill>
                <a:latin typeface="Consolas" panose="020B0609020204030204" pitchFamily="49" charset="0"/>
              </a:rPr>
              <a:t>empty</a:t>
            </a:r>
            <a:r>
              <a:rPr lang="en-US" sz="1600" dirty="0">
                <a:latin typeface="Consolas" panose="020B0609020204030204" pitchFamily="49" charset="0"/>
              </a:rPr>
              <a:t>() ) {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    throw underflow();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}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--</a:t>
            </a:r>
            <a:r>
              <a:rPr lang="en-US" sz="1600" dirty="0" err="1">
                <a:latin typeface="Consolas" panose="020B0609020204030204" pitchFamily="49" charset="0"/>
              </a:rPr>
              <a:t>queue_size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++</a:t>
            </a:r>
            <a:r>
              <a:rPr lang="en-US" sz="1600" dirty="0" err="1">
                <a:latin typeface="Consolas" panose="020B0609020204030204" pitchFamily="49" charset="0"/>
              </a:rPr>
              <a:t>ifront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    return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array</a:t>
            </a:r>
            <a:r>
              <a:rPr lang="en-US" sz="1600" dirty="0"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ifront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- 1</a:t>
            </a:r>
            <a:r>
              <a:rPr lang="en-US" sz="1600" dirty="0">
                <a:latin typeface="Consolas" panose="020B0609020204030204" pitchFamily="49" charset="0"/>
              </a:rPr>
              <a:t>];</a:t>
            </a:r>
            <a:endParaRPr lang="en-US" sz="1600" dirty="0">
              <a:latin typeface="Consolas" panose="020B0609020204030204" pitchFamily="49" charset="0"/>
            </a:endParaRP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83768" y="5373216"/>
            <a:ext cx="1503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solidFill>
                  <a:srgbClr val="FF0000"/>
                </a:solidFill>
              </a:rPr>
              <a:t>Problem?</a:t>
            </a:r>
            <a:endParaRPr lang="zh-CN" altLang="en-US" sz="2400" i="1" dirty="0">
              <a:solidFill>
                <a:srgbClr val="FF0000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554308" y="3284984"/>
            <a:ext cx="3940175" cy="975487"/>
            <a:chOff x="3275856" y="5517232"/>
            <a:chExt cx="3940175" cy="975487"/>
          </a:xfrm>
        </p:grpSpPr>
        <p:grpSp>
          <p:nvGrpSpPr>
            <p:cNvPr id="7" name="组合 6"/>
            <p:cNvGrpSpPr/>
            <p:nvPr/>
          </p:nvGrpSpPr>
          <p:grpSpPr>
            <a:xfrm>
              <a:off x="3275856" y="5517232"/>
              <a:ext cx="3940175" cy="975487"/>
              <a:chOff x="3275856" y="5517232"/>
              <a:chExt cx="3940175" cy="975487"/>
            </a:xfrm>
          </p:grpSpPr>
          <p:pic>
            <p:nvPicPr>
              <p:cNvPr id="10" name="Picture 5" descr="C:\Users\dwharder\Desktop\q5.png"/>
              <p:cNvPicPr>
                <a:picLocks noChangeAspect="1" noChangeArrowheads="1"/>
              </p:cNvPicPr>
              <p:nvPr/>
            </p:nvPicPr>
            <p:blipFill rotWithShape="1">
              <a:blip r:embed="rId1" cstate="print"/>
              <a:srcRect t="1" b="80850"/>
              <a:stretch>
                <a:fillRect/>
              </a:stretch>
            </p:blipFill>
            <p:spPr bwMode="auto">
              <a:xfrm>
                <a:off x="3275856" y="5517232"/>
                <a:ext cx="3940175" cy="576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1" name="矩形 10"/>
              <p:cNvSpPr/>
              <p:nvPr/>
            </p:nvSpPr>
            <p:spPr>
              <a:xfrm>
                <a:off x="4644008" y="5845788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4860032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5076056" y="5845330"/>
                <a:ext cx="216024" cy="21602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5519936" y="5844800"/>
                <a:ext cx="216024" cy="216024"/>
              </a:xfrm>
              <a:prstGeom prst="rect">
                <a:avLst/>
              </a:prstGeom>
              <a:solidFill>
                <a:srgbClr val="9900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5735960" y="5845330"/>
                <a:ext cx="216024" cy="216024"/>
              </a:xfrm>
              <a:prstGeom prst="rect">
                <a:avLst/>
              </a:prstGeom>
              <a:solidFill>
                <a:srgbClr val="9900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5951984" y="5844136"/>
                <a:ext cx="216024" cy="216024"/>
              </a:xfrm>
              <a:prstGeom prst="rect">
                <a:avLst/>
              </a:prstGeom>
              <a:solidFill>
                <a:srgbClr val="9900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6169979" y="5845330"/>
                <a:ext cx="216024" cy="216024"/>
              </a:xfrm>
              <a:prstGeom prst="rect">
                <a:avLst/>
              </a:prstGeom>
              <a:solidFill>
                <a:srgbClr val="9900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297996" y="5845330"/>
                <a:ext cx="216024" cy="216024"/>
              </a:xfrm>
              <a:prstGeom prst="rect">
                <a:avLst/>
              </a:prstGeom>
              <a:solidFill>
                <a:srgbClr val="9900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6387974" y="5844136"/>
                <a:ext cx="216024" cy="216024"/>
              </a:xfrm>
              <a:prstGeom prst="rect">
                <a:avLst/>
              </a:prstGeom>
              <a:solidFill>
                <a:srgbClr val="9900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6611888" y="5844136"/>
                <a:ext cx="216024" cy="216024"/>
              </a:xfrm>
              <a:prstGeom prst="rect">
                <a:avLst/>
              </a:prstGeom>
              <a:solidFill>
                <a:srgbClr val="9900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6835802" y="5844136"/>
                <a:ext cx="216024" cy="216024"/>
              </a:xfrm>
              <a:prstGeom prst="rect">
                <a:avLst/>
              </a:prstGeom>
              <a:solidFill>
                <a:srgbClr val="9900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4252555" y="6070826"/>
                <a:ext cx="545342" cy="421893"/>
                <a:chOff x="3235092" y="6307042"/>
                <a:chExt cx="680697" cy="471586"/>
              </a:xfrm>
            </p:grpSpPr>
            <p:cxnSp>
              <p:nvCxnSpPr>
                <p:cNvPr id="28" name="直接箭头连接符 27"/>
                <p:cNvCxnSpPr/>
                <p:nvPr/>
              </p:nvCxnSpPr>
              <p:spPr>
                <a:xfrm flipV="1">
                  <a:off x="3582865" y="6307042"/>
                  <a:ext cx="0" cy="216025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文本框 28"/>
                <p:cNvSpPr txBox="1"/>
                <p:nvPr/>
              </p:nvSpPr>
              <p:spPr>
                <a:xfrm>
                  <a:off x="3235092" y="6486204"/>
                  <a:ext cx="680697" cy="2924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Front</a:t>
                  </a:r>
                  <a:endParaRPr lang="zh-CN" altLang="en-US" sz="1100" b="1" dirty="0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6677924" y="6065148"/>
                <a:ext cx="483281" cy="425019"/>
                <a:chOff x="6169205" y="6314506"/>
                <a:chExt cx="522900" cy="441539"/>
              </a:xfrm>
            </p:grpSpPr>
            <p:cxnSp>
              <p:nvCxnSpPr>
                <p:cNvPr id="26" name="直接箭头连接符 25"/>
                <p:cNvCxnSpPr/>
                <p:nvPr/>
              </p:nvCxnSpPr>
              <p:spPr>
                <a:xfrm flipV="1">
                  <a:off x="6453892" y="6314506"/>
                  <a:ext cx="3000" cy="19885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文本框 26"/>
                <p:cNvSpPr txBox="1"/>
                <p:nvPr/>
              </p:nvSpPr>
              <p:spPr>
                <a:xfrm>
                  <a:off x="6169205" y="6494435"/>
                  <a:ext cx="5229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Back</a:t>
                  </a:r>
                  <a:endParaRPr lang="zh-CN" altLang="en-US" sz="1100" b="1" dirty="0"/>
                </a:p>
              </p:txBody>
            </p:sp>
          </p:grpSp>
          <p:sp>
            <p:nvSpPr>
              <p:cNvPr id="24" name="矩形 23"/>
              <p:cNvSpPr/>
              <p:nvPr/>
            </p:nvSpPr>
            <p:spPr>
              <a:xfrm>
                <a:off x="4572000" y="6085527"/>
                <a:ext cx="288032" cy="1971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/>
                <p:cNvSpPr/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" name="矩形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1888" y="5687423"/>
                  <a:ext cx="225833" cy="13345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/>
                <p:cNvSpPr/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矩形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447" y="5685320"/>
                  <a:ext cx="225833" cy="13345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矩形 29"/>
          <p:cNvSpPr/>
          <p:nvPr/>
        </p:nvSpPr>
        <p:spPr>
          <a:xfrm>
            <a:off x="4865204" y="4365104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obj1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803678" y="436449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obj2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247980" y="2808757"/>
            <a:ext cx="1348355" cy="360040"/>
          </a:xfrm>
          <a:prstGeom prst="rect">
            <a:avLst/>
          </a:prstGeom>
          <a:solidFill>
            <a:srgbClr val="9900FF"/>
          </a:solidFill>
          <a:ln>
            <a:solidFill>
              <a:srgbClr val="99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queue_size</a:t>
            </a:r>
            <a:r>
              <a:rPr lang="en-US" altLang="zh-CN" sz="1400" dirty="0"/>
              <a:t>=n-3</a:t>
            </a:r>
            <a:endParaRPr lang="zh-CN" altLang="en-US" sz="1400" dirty="0"/>
          </a:p>
        </p:txBody>
      </p:sp>
      <p:sp>
        <p:nvSpPr>
          <p:cNvPr id="35" name="矩形 34"/>
          <p:cNvSpPr/>
          <p:nvPr/>
        </p:nvSpPr>
        <p:spPr>
          <a:xfrm>
            <a:off x="6742152" y="436449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obj3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680863" y="436449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0070C0"/>
                </a:solidFill>
              </a:rPr>
              <a:t>Pop obj1</a:t>
            </a:r>
            <a:endParaRPr lang="zh-CN" altLang="en-US" sz="1400" b="1" dirty="0">
              <a:solidFill>
                <a:srgbClr val="0070C0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857421" y="465989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obj4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734373" y="4652525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obj6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674920" y="4653880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obj7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796136" y="465989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obj5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859003" y="4940557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0070C0"/>
                </a:solidFill>
              </a:rPr>
              <a:t>Pop obj2</a:t>
            </a:r>
            <a:endParaRPr lang="zh-CN" altLang="en-US" sz="1400" b="1" dirty="0">
              <a:solidFill>
                <a:srgbClr val="0070C0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788353" y="4947214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0070C0"/>
                </a:solidFill>
              </a:rPr>
              <a:t>Pop obj3</a:t>
            </a:r>
            <a:endParaRPr lang="zh-CN" altLang="en-US" sz="1400" b="1" dirty="0">
              <a:solidFill>
                <a:srgbClr val="0070C0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731823" y="494937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0070C0"/>
                </a:solidFill>
              </a:rPr>
              <a:t>Pop obj4</a:t>
            </a:r>
            <a:endParaRPr lang="zh-CN" altLang="en-US" sz="1400" b="1" dirty="0">
              <a:solidFill>
                <a:srgbClr val="0070C0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672370" y="4950728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Push obj8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854871" y="524200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Push obj9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728900" y="5242003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Push </a:t>
            </a:r>
            <a:r>
              <a:rPr lang="en-US" altLang="zh-CN" sz="1000" b="1" dirty="0" err="1">
                <a:solidFill>
                  <a:schemeClr val="tx1"/>
                </a:solidFill>
              </a:rPr>
              <a:t>obj</a:t>
            </a:r>
            <a:r>
              <a:rPr lang="en-US" altLang="zh-CN" sz="1000" b="1" dirty="0">
                <a:solidFill>
                  <a:schemeClr val="tx1"/>
                </a:solidFill>
              </a:rPr>
              <a:t> (n-1)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672370" y="5235990"/>
            <a:ext cx="9309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Push </a:t>
            </a:r>
            <a:r>
              <a:rPr lang="en-US" altLang="zh-CN" sz="1200" b="1" dirty="0" err="1">
                <a:solidFill>
                  <a:schemeClr val="tx1"/>
                </a:solidFill>
              </a:rPr>
              <a:t>obj</a:t>
            </a:r>
            <a:r>
              <a:rPr lang="en-US" altLang="zh-CN" sz="1200" b="1" dirty="0">
                <a:solidFill>
                  <a:schemeClr val="tx1"/>
                </a:solidFill>
              </a:rPr>
              <a:t> n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 48"/>
              <p:cNvSpPr/>
              <p:nvPr/>
            </p:nvSpPr>
            <p:spPr>
              <a:xfrm>
                <a:off x="5793586" y="5242003"/>
                <a:ext cx="930932" cy="2880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586" y="5242003"/>
                <a:ext cx="930932" cy="288032"/>
              </a:xfrm>
              <a:prstGeom prst="rect">
                <a:avLst/>
              </a:prstGeom>
              <a:blipFill rotWithShape="1">
                <a:blip r:embed="rId4"/>
                <a:stretch>
                  <a:fillRect l="-1416" t="-4436" r="-1310" b="-4251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矩形 49"/>
          <p:cNvSpPr/>
          <p:nvPr/>
        </p:nvSpPr>
        <p:spPr>
          <a:xfrm>
            <a:off x="5704811" y="3611888"/>
            <a:ext cx="216024" cy="216024"/>
          </a:xfrm>
          <a:prstGeom prst="rect">
            <a:avLst/>
          </a:prstGeom>
          <a:solidFill>
            <a:srgbClr val="99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356479" y="3615669"/>
            <a:ext cx="216024" cy="216024"/>
          </a:xfrm>
          <a:prstGeom prst="rect">
            <a:avLst/>
          </a:prstGeom>
          <a:solidFill>
            <a:srgbClr val="99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134539" y="3614330"/>
            <a:ext cx="216024" cy="216024"/>
          </a:xfrm>
          <a:prstGeom prst="rect">
            <a:avLst/>
          </a:prstGeom>
          <a:solidFill>
            <a:srgbClr val="99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918361" y="3615063"/>
            <a:ext cx="216024" cy="216024"/>
          </a:xfrm>
          <a:prstGeom prst="rect">
            <a:avLst/>
          </a:prstGeom>
          <a:solidFill>
            <a:srgbClr val="99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5" descr="C:\Users\dwharder\Desktop\q5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71750" y="3284538"/>
            <a:ext cx="3940175" cy="30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Suppose that: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array capacity is 16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have performed 16 pushes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have performed 5 pops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queue size is now 11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perform one further push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In this case, the array is not full and yet we cannot place any more objects into the array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Instead of viewing the array on the range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0, …, 15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, consider the indices being cyclic: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…, 15, 0, 1, …, 15, 0, 1, …, 15, 0, 1, …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This is referred to as a </a:t>
            </a:r>
            <a:r>
              <a:rPr lang="en-US" i="1">
                <a:latin typeface="Arial" panose="020B0604020202020204" pitchFamily="34" charset="0"/>
                <a:cs typeface="Arial" panose="020B0604020202020204" pitchFamily="34" charset="0"/>
              </a:rPr>
              <a:t>circular array</a:t>
            </a:r>
            <a:endParaRPr lang="en-US" sz="16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700" name="Picture 6" descr="C:\Users\dwharder\Desktop\q6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71750" y="3284538"/>
            <a:ext cx="3940175" cy="30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7" descr="C:\Users\dwharder\Desktop\q8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71750" y="3284538"/>
            <a:ext cx="3940175" cy="30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Now, the next push may be performed in the next available location of the circular array: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Arial" panose="020B0604020202020204" pitchFamily="34" charset="0"/>
              </a:rPr>
              <a:t>	++iback;</a:t>
            </a:r>
            <a:endParaRPr lang="en-US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Arial" panose="020B0604020202020204" pitchFamily="34" charset="0"/>
              </a:rPr>
              <a:t>	if ( iback == capacity() ) {</a:t>
            </a:r>
            <a:endParaRPr lang="en-US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Arial" panose="020B0604020202020204" pitchFamily="34" charset="0"/>
              </a:rPr>
              <a:t>	    iback = 0;</a:t>
            </a:r>
            <a:endParaRPr lang="en-US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  <a:cs typeface="Arial" panose="020B0604020202020204" pitchFamily="34" charset="0"/>
              </a:rPr>
              <a:t>	}</a:t>
            </a:r>
            <a:endParaRPr lang="en-US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Exceptions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As with a stack, there are a number of options which can be used if the array is filled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If the array is filled, we have five options: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 the size of the array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Throw an exception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Ignore the element being pushed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 the pushing process to “sleep” until something else pops the front of the queue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Include a member function </a:t>
            </a: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bool full()</a:t>
            </a:r>
            <a:endParaRPr lang="en-US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7" descr="dub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92250" y="2925763"/>
            <a:ext cx="6392863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Increasing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2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When the array is full, increasing the capacity is slightly more complex than in the case of stack: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direct copy does not work: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6" descr="dub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92250" y="2925763"/>
            <a:ext cx="6389688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5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Increasing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6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566863"/>
            <a:ext cx="8229600" cy="4525962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solution: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Move those beyond the front to the end of the array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next push would then occur in position 6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Increasing Capacity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An alternate solution is normalization: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Map the front at position 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next push would then occur in position 16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820" name="Picture 5" descr="dub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92250" y="2925763"/>
            <a:ext cx="6392863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Destructor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b="1" dirty="0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template &lt;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typename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Type&gt;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Queue&lt;Type&gt;::~Queue() {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    delete []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		}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Queue ADT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1219200" y="2187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1600200" y="2187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1981200" y="2187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2362200" y="2187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2743200" y="2187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27" name="Rectangle 7"/>
          <p:cNvSpPr>
            <a:spLocks noChangeArrowheads="1"/>
          </p:cNvSpPr>
          <p:nvPr/>
        </p:nvSpPr>
        <p:spPr bwMode="auto">
          <a:xfrm>
            <a:off x="3124200" y="2187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28" name="Rectangle 8"/>
          <p:cNvSpPr>
            <a:spLocks noChangeArrowheads="1"/>
          </p:cNvSpPr>
          <p:nvPr/>
        </p:nvSpPr>
        <p:spPr bwMode="auto">
          <a:xfrm>
            <a:off x="3505200" y="2187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29" name="Rectangle 9"/>
          <p:cNvSpPr>
            <a:spLocks noChangeArrowheads="1"/>
          </p:cNvSpPr>
          <p:nvPr/>
        </p:nvSpPr>
        <p:spPr bwMode="auto">
          <a:xfrm>
            <a:off x="3886200" y="2187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30" name="Rectangle 10"/>
          <p:cNvSpPr>
            <a:spLocks noChangeArrowheads="1"/>
          </p:cNvSpPr>
          <p:nvPr/>
        </p:nvSpPr>
        <p:spPr bwMode="auto">
          <a:xfrm>
            <a:off x="1219200" y="2568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31" name="Rectangle 11"/>
          <p:cNvSpPr>
            <a:spLocks noChangeArrowheads="1"/>
          </p:cNvSpPr>
          <p:nvPr/>
        </p:nvSpPr>
        <p:spPr bwMode="auto">
          <a:xfrm>
            <a:off x="1600200" y="2568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32" name="Rectangle 12"/>
          <p:cNvSpPr>
            <a:spLocks noChangeArrowheads="1"/>
          </p:cNvSpPr>
          <p:nvPr/>
        </p:nvSpPr>
        <p:spPr bwMode="auto">
          <a:xfrm>
            <a:off x="1981200" y="2568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33" name="Rectangle 13"/>
          <p:cNvSpPr>
            <a:spLocks noChangeArrowheads="1"/>
          </p:cNvSpPr>
          <p:nvPr/>
        </p:nvSpPr>
        <p:spPr bwMode="auto">
          <a:xfrm>
            <a:off x="2362200" y="2568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34" name="Rectangle 14"/>
          <p:cNvSpPr>
            <a:spLocks noChangeArrowheads="1"/>
          </p:cNvSpPr>
          <p:nvPr/>
        </p:nvSpPr>
        <p:spPr bwMode="auto">
          <a:xfrm>
            <a:off x="2743200" y="2568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35" name="Rectangle 15"/>
          <p:cNvSpPr>
            <a:spLocks noChangeArrowheads="1"/>
          </p:cNvSpPr>
          <p:nvPr/>
        </p:nvSpPr>
        <p:spPr bwMode="auto">
          <a:xfrm>
            <a:off x="3124200" y="2568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36" name="Rectangle 16"/>
          <p:cNvSpPr>
            <a:spLocks noChangeArrowheads="1"/>
          </p:cNvSpPr>
          <p:nvPr/>
        </p:nvSpPr>
        <p:spPr bwMode="auto">
          <a:xfrm>
            <a:off x="3505200" y="2568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37" name="Rectangle 17"/>
          <p:cNvSpPr>
            <a:spLocks noChangeArrowheads="1"/>
          </p:cNvSpPr>
          <p:nvPr/>
        </p:nvSpPr>
        <p:spPr bwMode="auto">
          <a:xfrm>
            <a:off x="3886200" y="2568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38" name="Rectangle 18"/>
          <p:cNvSpPr>
            <a:spLocks noChangeArrowheads="1"/>
          </p:cNvSpPr>
          <p:nvPr/>
        </p:nvSpPr>
        <p:spPr bwMode="auto">
          <a:xfrm>
            <a:off x="1219200" y="2949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39" name="Rectangle 19"/>
          <p:cNvSpPr>
            <a:spLocks noChangeArrowheads="1"/>
          </p:cNvSpPr>
          <p:nvPr/>
        </p:nvSpPr>
        <p:spPr bwMode="auto">
          <a:xfrm>
            <a:off x="1600200" y="2949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40" name="Rectangle 20"/>
          <p:cNvSpPr>
            <a:spLocks noChangeArrowheads="1"/>
          </p:cNvSpPr>
          <p:nvPr/>
        </p:nvSpPr>
        <p:spPr bwMode="auto">
          <a:xfrm>
            <a:off x="1981200" y="2949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41" name="Rectangle 21"/>
          <p:cNvSpPr>
            <a:spLocks noChangeArrowheads="1"/>
          </p:cNvSpPr>
          <p:nvPr/>
        </p:nvSpPr>
        <p:spPr bwMode="auto">
          <a:xfrm>
            <a:off x="2362200" y="2949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42" name="Rectangle 22"/>
          <p:cNvSpPr>
            <a:spLocks noChangeArrowheads="1"/>
          </p:cNvSpPr>
          <p:nvPr/>
        </p:nvSpPr>
        <p:spPr bwMode="auto">
          <a:xfrm>
            <a:off x="2743200" y="2949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43" name="Rectangle 23"/>
          <p:cNvSpPr>
            <a:spLocks noChangeArrowheads="1"/>
          </p:cNvSpPr>
          <p:nvPr/>
        </p:nvSpPr>
        <p:spPr bwMode="auto">
          <a:xfrm>
            <a:off x="3124200" y="2949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44" name="Rectangle 24"/>
          <p:cNvSpPr>
            <a:spLocks noChangeArrowheads="1"/>
          </p:cNvSpPr>
          <p:nvPr/>
        </p:nvSpPr>
        <p:spPr bwMode="auto">
          <a:xfrm>
            <a:off x="3505200" y="2949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45" name="Rectangle 25"/>
          <p:cNvSpPr>
            <a:spLocks noChangeArrowheads="1"/>
          </p:cNvSpPr>
          <p:nvPr/>
        </p:nvSpPr>
        <p:spPr bwMode="auto">
          <a:xfrm>
            <a:off x="3886200" y="2949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46" name="Rectangle 26"/>
          <p:cNvSpPr>
            <a:spLocks noChangeArrowheads="1"/>
          </p:cNvSpPr>
          <p:nvPr/>
        </p:nvSpPr>
        <p:spPr bwMode="auto">
          <a:xfrm>
            <a:off x="1219200" y="3330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47" name="Rectangle 27"/>
          <p:cNvSpPr>
            <a:spLocks noChangeArrowheads="1"/>
          </p:cNvSpPr>
          <p:nvPr/>
        </p:nvSpPr>
        <p:spPr bwMode="auto">
          <a:xfrm>
            <a:off x="1600200" y="3330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48" name="Rectangle 28"/>
          <p:cNvSpPr>
            <a:spLocks noChangeArrowheads="1"/>
          </p:cNvSpPr>
          <p:nvPr/>
        </p:nvSpPr>
        <p:spPr bwMode="auto">
          <a:xfrm>
            <a:off x="1981200" y="3330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49" name="Rectangle 29"/>
          <p:cNvSpPr>
            <a:spLocks noChangeArrowheads="1"/>
          </p:cNvSpPr>
          <p:nvPr/>
        </p:nvSpPr>
        <p:spPr bwMode="auto">
          <a:xfrm>
            <a:off x="2362200" y="3330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0" name="Rectangle 30"/>
          <p:cNvSpPr>
            <a:spLocks noChangeArrowheads="1"/>
          </p:cNvSpPr>
          <p:nvPr/>
        </p:nvSpPr>
        <p:spPr bwMode="auto">
          <a:xfrm>
            <a:off x="2743200" y="3330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1" name="Rectangle 31"/>
          <p:cNvSpPr>
            <a:spLocks noChangeArrowheads="1"/>
          </p:cNvSpPr>
          <p:nvPr/>
        </p:nvSpPr>
        <p:spPr bwMode="auto">
          <a:xfrm>
            <a:off x="3124200" y="3330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2" name="Rectangle 32"/>
          <p:cNvSpPr>
            <a:spLocks noChangeArrowheads="1"/>
          </p:cNvSpPr>
          <p:nvPr/>
        </p:nvSpPr>
        <p:spPr bwMode="auto">
          <a:xfrm>
            <a:off x="3505200" y="3330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3" name="Rectangle 33"/>
          <p:cNvSpPr>
            <a:spLocks noChangeArrowheads="1"/>
          </p:cNvSpPr>
          <p:nvPr/>
        </p:nvSpPr>
        <p:spPr bwMode="auto">
          <a:xfrm>
            <a:off x="3886200" y="3330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4" name="Rectangle 34"/>
          <p:cNvSpPr>
            <a:spLocks noChangeArrowheads="1"/>
          </p:cNvSpPr>
          <p:nvPr/>
        </p:nvSpPr>
        <p:spPr bwMode="auto">
          <a:xfrm>
            <a:off x="1219200" y="3711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5" name="Rectangle 35"/>
          <p:cNvSpPr>
            <a:spLocks noChangeArrowheads="1"/>
          </p:cNvSpPr>
          <p:nvPr/>
        </p:nvSpPr>
        <p:spPr bwMode="auto">
          <a:xfrm>
            <a:off x="1600200" y="3711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6" name="Rectangle 36"/>
          <p:cNvSpPr>
            <a:spLocks noChangeArrowheads="1"/>
          </p:cNvSpPr>
          <p:nvPr/>
        </p:nvSpPr>
        <p:spPr bwMode="auto">
          <a:xfrm>
            <a:off x="1981200" y="3711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7" name="Rectangle 37"/>
          <p:cNvSpPr>
            <a:spLocks noChangeArrowheads="1"/>
          </p:cNvSpPr>
          <p:nvPr/>
        </p:nvSpPr>
        <p:spPr bwMode="auto">
          <a:xfrm>
            <a:off x="2362200" y="3711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8" name="Rectangle 38"/>
          <p:cNvSpPr>
            <a:spLocks noChangeArrowheads="1"/>
          </p:cNvSpPr>
          <p:nvPr/>
        </p:nvSpPr>
        <p:spPr bwMode="auto">
          <a:xfrm>
            <a:off x="2743200" y="3711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9" name="Rectangle 39"/>
          <p:cNvSpPr>
            <a:spLocks noChangeArrowheads="1"/>
          </p:cNvSpPr>
          <p:nvPr/>
        </p:nvSpPr>
        <p:spPr bwMode="auto">
          <a:xfrm>
            <a:off x="3124200" y="3711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60" name="Rectangle 40"/>
          <p:cNvSpPr>
            <a:spLocks noChangeArrowheads="1"/>
          </p:cNvSpPr>
          <p:nvPr/>
        </p:nvSpPr>
        <p:spPr bwMode="auto">
          <a:xfrm>
            <a:off x="3505200" y="3711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61" name="Rectangle 41"/>
          <p:cNvSpPr>
            <a:spLocks noChangeArrowheads="1"/>
          </p:cNvSpPr>
          <p:nvPr/>
        </p:nvSpPr>
        <p:spPr bwMode="auto">
          <a:xfrm>
            <a:off x="3886200" y="3711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62" name="Rectangle 42"/>
          <p:cNvSpPr>
            <a:spLocks noChangeArrowheads="1"/>
          </p:cNvSpPr>
          <p:nvPr/>
        </p:nvSpPr>
        <p:spPr bwMode="auto">
          <a:xfrm>
            <a:off x="1219200" y="4092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63" name="Rectangle 43"/>
          <p:cNvSpPr>
            <a:spLocks noChangeArrowheads="1"/>
          </p:cNvSpPr>
          <p:nvPr/>
        </p:nvSpPr>
        <p:spPr bwMode="auto">
          <a:xfrm>
            <a:off x="1600200" y="4092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64" name="Rectangle 44"/>
          <p:cNvSpPr>
            <a:spLocks noChangeArrowheads="1"/>
          </p:cNvSpPr>
          <p:nvPr/>
        </p:nvSpPr>
        <p:spPr bwMode="auto">
          <a:xfrm>
            <a:off x="1981200" y="4092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65" name="Rectangle 45"/>
          <p:cNvSpPr>
            <a:spLocks noChangeArrowheads="1"/>
          </p:cNvSpPr>
          <p:nvPr/>
        </p:nvSpPr>
        <p:spPr bwMode="auto">
          <a:xfrm>
            <a:off x="2362200" y="4092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66" name="Rectangle 46"/>
          <p:cNvSpPr>
            <a:spLocks noChangeArrowheads="1"/>
          </p:cNvSpPr>
          <p:nvPr/>
        </p:nvSpPr>
        <p:spPr bwMode="auto">
          <a:xfrm>
            <a:off x="2743200" y="4092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67" name="Rectangle 47"/>
          <p:cNvSpPr>
            <a:spLocks noChangeArrowheads="1"/>
          </p:cNvSpPr>
          <p:nvPr/>
        </p:nvSpPr>
        <p:spPr bwMode="auto">
          <a:xfrm>
            <a:off x="3124200" y="4092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68" name="Rectangle 48"/>
          <p:cNvSpPr>
            <a:spLocks noChangeArrowheads="1"/>
          </p:cNvSpPr>
          <p:nvPr/>
        </p:nvSpPr>
        <p:spPr bwMode="auto">
          <a:xfrm>
            <a:off x="3505200" y="4092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69" name="Rectangle 49"/>
          <p:cNvSpPr>
            <a:spLocks noChangeArrowheads="1"/>
          </p:cNvSpPr>
          <p:nvPr/>
        </p:nvSpPr>
        <p:spPr bwMode="auto">
          <a:xfrm>
            <a:off x="3886200" y="4092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70" name="Rectangle 50"/>
          <p:cNvSpPr>
            <a:spLocks noChangeArrowheads="1"/>
          </p:cNvSpPr>
          <p:nvPr/>
        </p:nvSpPr>
        <p:spPr bwMode="auto">
          <a:xfrm>
            <a:off x="1219200" y="4473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71" name="Rectangle 51"/>
          <p:cNvSpPr>
            <a:spLocks noChangeArrowheads="1"/>
          </p:cNvSpPr>
          <p:nvPr/>
        </p:nvSpPr>
        <p:spPr bwMode="auto">
          <a:xfrm>
            <a:off x="1600200" y="4473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72" name="Rectangle 52"/>
          <p:cNvSpPr>
            <a:spLocks noChangeArrowheads="1"/>
          </p:cNvSpPr>
          <p:nvPr/>
        </p:nvSpPr>
        <p:spPr bwMode="auto">
          <a:xfrm>
            <a:off x="1981200" y="4473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73" name="Rectangle 53"/>
          <p:cNvSpPr>
            <a:spLocks noChangeArrowheads="1"/>
          </p:cNvSpPr>
          <p:nvPr/>
        </p:nvSpPr>
        <p:spPr bwMode="auto">
          <a:xfrm>
            <a:off x="2362200" y="4473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74" name="Rectangle 54"/>
          <p:cNvSpPr>
            <a:spLocks noChangeArrowheads="1"/>
          </p:cNvSpPr>
          <p:nvPr/>
        </p:nvSpPr>
        <p:spPr bwMode="auto">
          <a:xfrm>
            <a:off x="2743200" y="4473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75" name="Rectangle 55"/>
          <p:cNvSpPr>
            <a:spLocks noChangeArrowheads="1"/>
          </p:cNvSpPr>
          <p:nvPr/>
        </p:nvSpPr>
        <p:spPr bwMode="auto">
          <a:xfrm>
            <a:off x="3124200" y="4473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76" name="Rectangle 56"/>
          <p:cNvSpPr>
            <a:spLocks noChangeArrowheads="1"/>
          </p:cNvSpPr>
          <p:nvPr/>
        </p:nvSpPr>
        <p:spPr bwMode="auto">
          <a:xfrm>
            <a:off x="3505200" y="4473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77" name="Rectangle 57"/>
          <p:cNvSpPr>
            <a:spLocks noChangeArrowheads="1"/>
          </p:cNvSpPr>
          <p:nvPr/>
        </p:nvSpPr>
        <p:spPr bwMode="auto">
          <a:xfrm>
            <a:off x="3886200" y="4473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78" name="Rectangle 58"/>
          <p:cNvSpPr>
            <a:spLocks noChangeArrowheads="1"/>
          </p:cNvSpPr>
          <p:nvPr/>
        </p:nvSpPr>
        <p:spPr bwMode="auto">
          <a:xfrm>
            <a:off x="1219200" y="4854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79" name="Rectangle 59"/>
          <p:cNvSpPr>
            <a:spLocks noChangeArrowheads="1"/>
          </p:cNvSpPr>
          <p:nvPr/>
        </p:nvSpPr>
        <p:spPr bwMode="auto">
          <a:xfrm>
            <a:off x="1600200" y="4854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80" name="Rectangle 60"/>
          <p:cNvSpPr>
            <a:spLocks noChangeArrowheads="1"/>
          </p:cNvSpPr>
          <p:nvPr/>
        </p:nvSpPr>
        <p:spPr bwMode="auto">
          <a:xfrm>
            <a:off x="1981200" y="4854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81" name="Rectangle 61"/>
          <p:cNvSpPr>
            <a:spLocks noChangeArrowheads="1"/>
          </p:cNvSpPr>
          <p:nvPr/>
        </p:nvSpPr>
        <p:spPr bwMode="auto">
          <a:xfrm>
            <a:off x="2362200" y="4854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82" name="Rectangle 62"/>
          <p:cNvSpPr>
            <a:spLocks noChangeArrowheads="1"/>
          </p:cNvSpPr>
          <p:nvPr/>
        </p:nvSpPr>
        <p:spPr bwMode="auto">
          <a:xfrm>
            <a:off x="2743200" y="4854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83" name="Rectangle 63"/>
          <p:cNvSpPr>
            <a:spLocks noChangeArrowheads="1"/>
          </p:cNvSpPr>
          <p:nvPr/>
        </p:nvSpPr>
        <p:spPr bwMode="auto">
          <a:xfrm>
            <a:off x="3124200" y="4854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84" name="Rectangle 64"/>
          <p:cNvSpPr>
            <a:spLocks noChangeArrowheads="1"/>
          </p:cNvSpPr>
          <p:nvPr/>
        </p:nvSpPr>
        <p:spPr bwMode="auto">
          <a:xfrm>
            <a:off x="3505200" y="4854575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85" name="Rectangle 65"/>
          <p:cNvSpPr>
            <a:spLocks noChangeArrowheads="1"/>
          </p:cNvSpPr>
          <p:nvPr/>
        </p:nvSpPr>
        <p:spPr bwMode="auto">
          <a:xfrm>
            <a:off x="3903663" y="3716338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86" name="Rectangle 66"/>
          <p:cNvSpPr>
            <a:spLocks noChangeArrowheads="1"/>
          </p:cNvSpPr>
          <p:nvPr/>
        </p:nvSpPr>
        <p:spPr bwMode="auto">
          <a:xfrm>
            <a:off x="3886200" y="13493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1987" name="Rectangle 67"/>
          <p:cNvSpPr>
            <a:spLocks noChangeArrowheads="1"/>
          </p:cNvSpPr>
          <p:nvPr/>
        </p:nvSpPr>
        <p:spPr bwMode="auto">
          <a:xfrm>
            <a:off x="1219200" y="13493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1988" name="Rectangle 68"/>
          <p:cNvSpPr>
            <a:spLocks noChangeArrowheads="1"/>
          </p:cNvSpPr>
          <p:nvPr/>
        </p:nvSpPr>
        <p:spPr bwMode="auto">
          <a:xfrm>
            <a:off x="1600200" y="13493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1989" name="Rectangle 69"/>
          <p:cNvSpPr>
            <a:spLocks noChangeArrowheads="1"/>
          </p:cNvSpPr>
          <p:nvPr/>
        </p:nvSpPr>
        <p:spPr bwMode="auto">
          <a:xfrm>
            <a:off x="1981200" y="13493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1990" name="Rectangle 70"/>
          <p:cNvSpPr>
            <a:spLocks noChangeArrowheads="1"/>
          </p:cNvSpPr>
          <p:nvPr/>
        </p:nvSpPr>
        <p:spPr bwMode="auto">
          <a:xfrm>
            <a:off x="2362200" y="13493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1991" name="Rectangle 71"/>
          <p:cNvSpPr>
            <a:spLocks noChangeArrowheads="1"/>
          </p:cNvSpPr>
          <p:nvPr/>
        </p:nvSpPr>
        <p:spPr bwMode="auto">
          <a:xfrm>
            <a:off x="2743200" y="13493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1992" name="Rectangle 72"/>
          <p:cNvSpPr>
            <a:spLocks noChangeArrowheads="1"/>
          </p:cNvSpPr>
          <p:nvPr/>
        </p:nvSpPr>
        <p:spPr bwMode="auto">
          <a:xfrm>
            <a:off x="3124200" y="13493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1993" name="Rectangle 73"/>
          <p:cNvSpPr>
            <a:spLocks noChangeArrowheads="1"/>
          </p:cNvSpPr>
          <p:nvPr/>
        </p:nvSpPr>
        <p:spPr bwMode="auto">
          <a:xfrm>
            <a:off x="3505200" y="13493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1994" name="Rectangle 74"/>
          <p:cNvSpPr>
            <a:spLocks noChangeArrowheads="1"/>
          </p:cNvSpPr>
          <p:nvPr/>
        </p:nvSpPr>
        <p:spPr bwMode="auto">
          <a:xfrm>
            <a:off x="381000" y="48545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1995" name="Rectangle 75"/>
          <p:cNvSpPr>
            <a:spLocks noChangeArrowheads="1"/>
          </p:cNvSpPr>
          <p:nvPr/>
        </p:nvSpPr>
        <p:spPr bwMode="auto">
          <a:xfrm>
            <a:off x="381000" y="21875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1996" name="Rectangle 76"/>
          <p:cNvSpPr>
            <a:spLocks noChangeArrowheads="1"/>
          </p:cNvSpPr>
          <p:nvPr/>
        </p:nvSpPr>
        <p:spPr bwMode="auto">
          <a:xfrm>
            <a:off x="381000" y="25685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1997" name="Rectangle 77"/>
          <p:cNvSpPr>
            <a:spLocks noChangeArrowheads="1"/>
          </p:cNvSpPr>
          <p:nvPr/>
        </p:nvSpPr>
        <p:spPr bwMode="auto">
          <a:xfrm>
            <a:off x="381000" y="29495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1998" name="Rectangle 78"/>
          <p:cNvSpPr>
            <a:spLocks noChangeArrowheads="1"/>
          </p:cNvSpPr>
          <p:nvPr/>
        </p:nvSpPr>
        <p:spPr bwMode="auto">
          <a:xfrm>
            <a:off x="381000" y="33305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1999" name="Rectangle 79"/>
          <p:cNvSpPr>
            <a:spLocks noChangeArrowheads="1"/>
          </p:cNvSpPr>
          <p:nvPr/>
        </p:nvSpPr>
        <p:spPr bwMode="auto">
          <a:xfrm>
            <a:off x="381000" y="37115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2000" name="Rectangle 80"/>
          <p:cNvSpPr>
            <a:spLocks noChangeArrowheads="1"/>
          </p:cNvSpPr>
          <p:nvPr/>
        </p:nvSpPr>
        <p:spPr bwMode="auto">
          <a:xfrm>
            <a:off x="381000" y="40925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2001" name="Rectangle 81"/>
          <p:cNvSpPr>
            <a:spLocks noChangeArrowheads="1"/>
          </p:cNvSpPr>
          <p:nvPr/>
        </p:nvSpPr>
        <p:spPr bwMode="auto">
          <a:xfrm>
            <a:off x="381000" y="44735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2003" name="Rectangle 83"/>
          <p:cNvSpPr>
            <a:spLocks noChangeArrowheads="1"/>
          </p:cNvSpPr>
          <p:nvPr/>
        </p:nvSpPr>
        <p:spPr bwMode="auto">
          <a:xfrm>
            <a:off x="838200" y="2187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04" name="Rectangle 84"/>
          <p:cNvSpPr>
            <a:spLocks noChangeArrowheads="1"/>
          </p:cNvSpPr>
          <p:nvPr/>
        </p:nvSpPr>
        <p:spPr bwMode="auto">
          <a:xfrm>
            <a:off x="838200" y="2568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05" name="Rectangle 85"/>
          <p:cNvSpPr>
            <a:spLocks noChangeArrowheads="1"/>
          </p:cNvSpPr>
          <p:nvPr/>
        </p:nvSpPr>
        <p:spPr bwMode="auto">
          <a:xfrm>
            <a:off x="838200" y="2949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06" name="Rectangle 86"/>
          <p:cNvSpPr>
            <a:spLocks noChangeArrowheads="1"/>
          </p:cNvSpPr>
          <p:nvPr/>
        </p:nvSpPr>
        <p:spPr bwMode="auto">
          <a:xfrm>
            <a:off x="838200" y="3330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07" name="Rectangle 87"/>
          <p:cNvSpPr>
            <a:spLocks noChangeArrowheads="1"/>
          </p:cNvSpPr>
          <p:nvPr/>
        </p:nvSpPr>
        <p:spPr bwMode="auto">
          <a:xfrm>
            <a:off x="838200" y="3711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08" name="Rectangle 88"/>
          <p:cNvSpPr>
            <a:spLocks noChangeArrowheads="1"/>
          </p:cNvSpPr>
          <p:nvPr/>
        </p:nvSpPr>
        <p:spPr bwMode="auto">
          <a:xfrm>
            <a:off x="838200" y="4092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09" name="Rectangle 89"/>
          <p:cNvSpPr>
            <a:spLocks noChangeArrowheads="1"/>
          </p:cNvSpPr>
          <p:nvPr/>
        </p:nvSpPr>
        <p:spPr bwMode="auto">
          <a:xfrm>
            <a:off x="838200" y="4473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10" name="Rectangle 90"/>
          <p:cNvSpPr>
            <a:spLocks noChangeArrowheads="1"/>
          </p:cNvSpPr>
          <p:nvPr/>
        </p:nvSpPr>
        <p:spPr bwMode="auto">
          <a:xfrm>
            <a:off x="838200" y="4854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11" name="Rectangle 91"/>
          <p:cNvSpPr>
            <a:spLocks noChangeArrowheads="1"/>
          </p:cNvSpPr>
          <p:nvPr/>
        </p:nvSpPr>
        <p:spPr bwMode="auto">
          <a:xfrm>
            <a:off x="838200" y="5235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12" name="Rectangle 92"/>
          <p:cNvSpPr>
            <a:spLocks noChangeArrowheads="1"/>
          </p:cNvSpPr>
          <p:nvPr/>
        </p:nvSpPr>
        <p:spPr bwMode="auto">
          <a:xfrm>
            <a:off x="381000" y="52355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2013" name="Rectangle 93"/>
          <p:cNvSpPr>
            <a:spLocks noChangeArrowheads="1"/>
          </p:cNvSpPr>
          <p:nvPr/>
        </p:nvSpPr>
        <p:spPr bwMode="auto">
          <a:xfrm>
            <a:off x="4267200" y="2187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14" name="Rectangle 94"/>
          <p:cNvSpPr>
            <a:spLocks noChangeArrowheads="1"/>
          </p:cNvSpPr>
          <p:nvPr/>
        </p:nvSpPr>
        <p:spPr bwMode="auto">
          <a:xfrm>
            <a:off x="4267200" y="2568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15" name="Rectangle 95"/>
          <p:cNvSpPr>
            <a:spLocks noChangeArrowheads="1"/>
          </p:cNvSpPr>
          <p:nvPr/>
        </p:nvSpPr>
        <p:spPr bwMode="auto">
          <a:xfrm>
            <a:off x="4267200" y="2949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16" name="Rectangle 96"/>
          <p:cNvSpPr>
            <a:spLocks noChangeArrowheads="1"/>
          </p:cNvSpPr>
          <p:nvPr/>
        </p:nvSpPr>
        <p:spPr bwMode="auto">
          <a:xfrm>
            <a:off x="4267200" y="3330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17" name="Rectangle 97"/>
          <p:cNvSpPr>
            <a:spLocks noChangeArrowheads="1"/>
          </p:cNvSpPr>
          <p:nvPr/>
        </p:nvSpPr>
        <p:spPr bwMode="auto">
          <a:xfrm>
            <a:off x="4267200" y="3711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18" name="Rectangle 98"/>
          <p:cNvSpPr>
            <a:spLocks noChangeArrowheads="1"/>
          </p:cNvSpPr>
          <p:nvPr/>
        </p:nvSpPr>
        <p:spPr bwMode="auto">
          <a:xfrm>
            <a:off x="4267200" y="4092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19" name="Rectangle 99"/>
          <p:cNvSpPr>
            <a:spLocks noChangeArrowheads="1"/>
          </p:cNvSpPr>
          <p:nvPr/>
        </p:nvSpPr>
        <p:spPr bwMode="auto">
          <a:xfrm>
            <a:off x="4267200" y="4473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20" name="Rectangle 100"/>
          <p:cNvSpPr>
            <a:spLocks noChangeArrowheads="1"/>
          </p:cNvSpPr>
          <p:nvPr/>
        </p:nvSpPr>
        <p:spPr bwMode="auto">
          <a:xfrm>
            <a:off x="4267200" y="4854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21" name="Rectangle 101"/>
          <p:cNvSpPr>
            <a:spLocks noChangeArrowheads="1"/>
          </p:cNvSpPr>
          <p:nvPr/>
        </p:nvSpPr>
        <p:spPr bwMode="auto">
          <a:xfrm>
            <a:off x="4267200" y="5235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22" name="Rectangle 102"/>
          <p:cNvSpPr>
            <a:spLocks noChangeArrowheads="1"/>
          </p:cNvSpPr>
          <p:nvPr/>
        </p:nvSpPr>
        <p:spPr bwMode="auto">
          <a:xfrm>
            <a:off x="1600200" y="5235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23" name="Rectangle 103"/>
          <p:cNvSpPr>
            <a:spLocks noChangeArrowheads="1"/>
          </p:cNvSpPr>
          <p:nvPr/>
        </p:nvSpPr>
        <p:spPr bwMode="auto">
          <a:xfrm>
            <a:off x="1981200" y="5235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24" name="Rectangle 104"/>
          <p:cNvSpPr>
            <a:spLocks noChangeArrowheads="1"/>
          </p:cNvSpPr>
          <p:nvPr/>
        </p:nvSpPr>
        <p:spPr bwMode="auto">
          <a:xfrm>
            <a:off x="2362200" y="5235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25" name="Rectangle 105"/>
          <p:cNvSpPr>
            <a:spLocks noChangeArrowheads="1"/>
          </p:cNvSpPr>
          <p:nvPr/>
        </p:nvSpPr>
        <p:spPr bwMode="auto">
          <a:xfrm>
            <a:off x="2743200" y="5235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26" name="Rectangle 106"/>
          <p:cNvSpPr>
            <a:spLocks noChangeArrowheads="1"/>
          </p:cNvSpPr>
          <p:nvPr/>
        </p:nvSpPr>
        <p:spPr bwMode="auto">
          <a:xfrm>
            <a:off x="3124200" y="5235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27" name="Rectangle 107"/>
          <p:cNvSpPr>
            <a:spLocks noChangeArrowheads="1"/>
          </p:cNvSpPr>
          <p:nvPr/>
        </p:nvSpPr>
        <p:spPr bwMode="auto">
          <a:xfrm>
            <a:off x="3505200" y="5235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28" name="Rectangle 108"/>
          <p:cNvSpPr>
            <a:spLocks noChangeArrowheads="1"/>
          </p:cNvSpPr>
          <p:nvPr/>
        </p:nvSpPr>
        <p:spPr bwMode="auto">
          <a:xfrm>
            <a:off x="3886200" y="5235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29" name="Rectangle 109"/>
          <p:cNvSpPr>
            <a:spLocks noChangeArrowheads="1"/>
          </p:cNvSpPr>
          <p:nvPr/>
        </p:nvSpPr>
        <p:spPr bwMode="auto">
          <a:xfrm>
            <a:off x="1219200" y="5235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30" name="Rectangle 110"/>
          <p:cNvSpPr>
            <a:spLocks noChangeArrowheads="1"/>
          </p:cNvSpPr>
          <p:nvPr/>
        </p:nvSpPr>
        <p:spPr bwMode="auto">
          <a:xfrm>
            <a:off x="838200" y="1806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31" name="Rectangle 111"/>
          <p:cNvSpPr>
            <a:spLocks noChangeArrowheads="1"/>
          </p:cNvSpPr>
          <p:nvPr/>
        </p:nvSpPr>
        <p:spPr bwMode="auto">
          <a:xfrm>
            <a:off x="4267200" y="1806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32" name="Rectangle 112"/>
          <p:cNvSpPr>
            <a:spLocks noChangeArrowheads="1"/>
          </p:cNvSpPr>
          <p:nvPr/>
        </p:nvSpPr>
        <p:spPr bwMode="auto">
          <a:xfrm>
            <a:off x="1600200" y="1806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33" name="Rectangle 113"/>
          <p:cNvSpPr>
            <a:spLocks noChangeArrowheads="1"/>
          </p:cNvSpPr>
          <p:nvPr/>
        </p:nvSpPr>
        <p:spPr bwMode="auto">
          <a:xfrm>
            <a:off x="1981200" y="1806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34" name="Rectangle 114"/>
          <p:cNvSpPr>
            <a:spLocks noChangeArrowheads="1"/>
          </p:cNvSpPr>
          <p:nvPr/>
        </p:nvSpPr>
        <p:spPr bwMode="auto">
          <a:xfrm>
            <a:off x="2362200" y="1806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35" name="Rectangle 115"/>
          <p:cNvSpPr>
            <a:spLocks noChangeArrowheads="1"/>
          </p:cNvSpPr>
          <p:nvPr/>
        </p:nvSpPr>
        <p:spPr bwMode="auto">
          <a:xfrm>
            <a:off x="2743200" y="1806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36" name="Rectangle 116"/>
          <p:cNvSpPr>
            <a:spLocks noChangeArrowheads="1"/>
          </p:cNvSpPr>
          <p:nvPr/>
        </p:nvSpPr>
        <p:spPr bwMode="auto">
          <a:xfrm>
            <a:off x="3124200" y="1806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37" name="Rectangle 117"/>
          <p:cNvSpPr>
            <a:spLocks noChangeArrowheads="1"/>
          </p:cNvSpPr>
          <p:nvPr/>
        </p:nvSpPr>
        <p:spPr bwMode="auto">
          <a:xfrm>
            <a:off x="3505200" y="1806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38" name="Rectangle 118"/>
          <p:cNvSpPr>
            <a:spLocks noChangeArrowheads="1"/>
          </p:cNvSpPr>
          <p:nvPr/>
        </p:nvSpPr>
        <p:spPr bwMode="auto">
          <a:xfrm>
            <a:off x="3886200" y="1806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39" name="Rectangle 119"/>
          <p:cNvSpPr>
            <a:spLocks noChangeArrowheads="1"/>
          </p:cNvSpPr>
          <p:nvPr/>
        </p:nvSpPr>
        <p:spPr bwMode="auto">
          <a:xfrm>
            <a:off x="1219200" y="1806575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40" name="Rectangle 120"/>
          <p:cNvSpPr>
            <a:spLocks noChangeArrowheads="1"/>
          </p:cNvSpPr>
          <p:nvPr/>
        </p:nvSpPr>
        <p:spPr bwMode="auto">
          <a:xfrm>
            <a:off x="838200" y="13493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2041" name="Rectangle 121"/>
          <p:cNvSpPr>
            <a:spLocks noChangeArrowheads="1"/>
          </p:cNvSpPr>
          <p:nvPr/>
        </p:nvSpPr>
        <p:spPr bwMode="auto">
          <a:xfrm>
            <a:off x="4267200" y="13493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2042" name="Rectangle 122"/>
          <p:cNvSpPr>
            <a:spLocks noChangeArrowheads="1"/>
          </p:cNvSpPr>
          <p:nvPr/>
        </p:nvSpPr>
        <p:spPr bwMode="auto">
          <a:xfrm>
            <a:off x="381000" y="1806575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82043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87575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44" name="Text Box 124"/>
          <p:cNvSpPr txBox="1">
            <a:spLocks noChangeArrowheads="1"/>
          </p:cNvSpPr>
          <p:nvPr/>
        </p:nvSpPr>
        <p:spPr bwMode="auto">
          <a:xfrm>
            <a:off x="5240338" y="1298743"/>
            <a:ext cx="26844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/>
              <a:t>Entrance</a:t>
            </a:r>
            <a:r>
              <a:rPr lang="zh-CN" altLang="en-US" sz="2400" dirty="0">
                <a:latin typeface="Tahoma" panose="020B0604030504040204" pitchFamily="34" charset="0"/>
                <a:sym typeface="Wingdings" panose="05000000000000000000" pitchFamily="2" charset="2"/>
              </a:rPr>
              <a:t>：</a:t>
            </a:r>
            <a:r>
              <a:rPr lang="en-US" altLang="zh-CN" sz="2400" dirty="0">
                <a:latin typeface="Tahoma" panose="020B0604030504040204" pitchFamily="34" charset="0"/>
                <a:sym typeface="Wingdings" panose="05000000000000000000" pitchFamily="2" charset="2"/>
              </a:rPr>
              <a:t>(1,1)</a:t>
            </a:r>
            <a:endParaRPr lang="en-US" altLang="zh-CN" sz="2400" dirty="0">
              <a:latin typeface="Tahoma" panose="020B060403050404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cs typeface="Arial" panose="020B0604020202020204" pitchFamily="34" charset="0"/>
                <a:sym typeface="Wingdings" panose="05000000000000000000" pitchFamily="2" charset="2"/>
              </a:rPr>
              <a:t>Exit</a:t>
            </a:r>
            <a:r>
              <a:rPr lang="zh-CN" altLang="en-US" sz="2400" dirty="0">
                <a:latin typeface="Tahoma" panose="020B0604030504040204" pitchFamily="34" charset="0"/>
                <a:sym typeface="Wingdings" panose="05000000000000000000" pitchFamily="2" charset="2"/>
              </a:rPr>
              <a:t>：</a:t>
            </a:r>
            <a:r>
              <a:rPr lang="en-US" altLang="zh-CN" sz="2400" dirty="0">
                <a:latin typeface="Tahoma" panose="020B0604030504040204" pitchFamily="34" charset="0"/>
                <a:sym typeface="Wingdings" panose="05000000000000000000" pitchFamily="2" charset="2"/>
              </a:rPr>
              <a:t>(5,8)</a:t>
            </a:r>
            <a:endParaRPr lang="en-US" altLang="zh-CN" sz="2400" dirty="0">
              <a:latin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128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95"/>
          <p:cNvSpPr>
            <a:spLocks noChangeArrowheads="1"/>
          </p:cNvSpPr>
          <p:nvPr/>
        </p:nvSpPr>
        <p:spPr bwMode="auto">
          <a:xfrm>
            <a:off x="5220453" y="2584470"/>
            <a:ext cx="3834872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400" b="1" dirty="0">
                <a:cs typeface="Arial" panose="020B0604020202020204" pitchFamily="34" charset="0"/>
              </a:rPr>
              <a:t>Objective</a:t>
            </a:r>
            <a:r>
              <a:rPr lang="zh-CN" altLang="en-US" sz="2400" b="1" dirty="0">
                <a:cs typeface="Arial" panose="020B0604020202020204" pitchFamily="34" charset="0"/>
              </a:rPr>
              <a:t>：</a:t>
            </a:r>
            <a:endParaRPr lang="en-US" altLang="zh-CN" sz="2400" b="1" dirty="0">
              <a:cs typeface="Arial" panose="020B0604020202020204" pitchFamily="34" charset="0"/>
            </a:endParaRPr>
          </a:p>
          <a:p>
            <a:pPr algn="l" eaLnBrk="1" hangingPunct="1"/>
            <a:endParaRPr lang="zh-CN" altLang="en-US" sz="24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zh-CN" sz="2200" dirty="0">
                <a:ea typeface="楷体_GB2312" pitchFamily="1" charset="-122"/>
                <a:cs typeface="Arial" panose="020B0604020202020204" pitchFamily="34" charset="0"/>
              </a:rPr>
              <a:t>One shortest path from the entrance to the exit</a:t>
            </a:r>
            <a:endParaRPr lang="zh-CN" altLang="en-US" sz="2200" dirty="0">
              <a:ea typeface="楷体_GB2312" pitchFamily="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1219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1600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1981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2362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2743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51" name="Rectangle 7"/>
          <p:cNvSpPr>
            <a:spLocks noChangeArrowheads="1"/>
          </p:cNvSpPr>
          <p:nvPr/>
        </p:nvSpPr>
        <p:spPr bwMode="auto">
          <a:xfrm>
            <a:off x="3124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52" name="Rectangle 8"/>
          <p:cNvSpPr>
            <a:spLocks noChangeArrowheads="1"/>
          </p:cNvSpPr>
          <p:nvPr/>
        </p:nvSpPr>
        <p:spPr bwMode="auto">
          <a:xfrm>
            <a:off x="3505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53" name="Rectangle 9"/>
          <p:cNvSpPr>
            <a:spLocks noChangeArrowheads="1"/>
          </p:cNvSpPr>
          <p:nvPr/>
        </p:nvSpPr>
        <p:spPr bwMode="auto">
          <a:xfrm>
            <a:off x="3886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54" name="Rectangle 10"/>
          <p:cNvSpPr>
            <a:spLocks noChangeArrowheads="1"/>
          </p:cNvSpPr>
          <p:nvPr/>
        </p:nvSpPr>
        <p:spPr bwMode="auto">
          <a:xfrm>
            <a:off x="1219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55" name="Rectangle 11"/>
          <p:cNvSpPr>
            <a:spLocks noChangeArrowheads="1"/>
          </p:cNvSpPr>
          <p:nvPr/>
        </p:nvSpPr>
        <p:spPr bwMode="auto">
          <a:xfrm>
            <a:off x="1600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56" name="Rectangle 12"/>
          <p:cNvSpPr>
            <a:spLocks noChangeArrowheads="1"/>
          </p:cNvSpPr>
          <p:nvPr/>
        </p:nvSpPr>
        <p:spPr bwMode="auto">
          <a:xfrm>
            <a:off x="1981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57" name="Rectangle 13"/>
          <p:cNvSpPr>
            <a:spLocks noChangeArrowheads="1"/>
          </p:cNvSpPr>
          <p:nvPr/>
        </p:nvSpPr>
        <p:spPr bwMode="auto">
          <a:xfrm>
            <a:off x="2362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58" name="Rectangle 14"/>
          <p:cNvSpPr>
            <a:spLocks noChangeArrowheads="1"/>
          </p:cNvSpPr>
          <p:nvPr/>
        </p:nvSpPr>
        <p:spPr bwMode="auto">
          <a:xfrm>
            <a:off x="2743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59" name="Rectangle 15"/>
          <p:cNvSpPr>
            <a:spLocks noChangeArrowheads="1"/>
          </p:cNvSpPr>
          <p:nvPr/>
        </p:nvSpPr>
        <p:spPr bwMode="auto">
          <a:xfrm>
            <a:off x="3124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60" name="Rectangle 16"/>
          <p:cNvSpPr>
            <a:spLocks noChangeArrowheads="1"/>
          </p:cNvSpPr>
          <p:nvPr/>
        </p:nvSpPr>
        <p:spPr bwMode="auto">
          <a:xfrm>
            <a:off x="3505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61" name="Rectangle 17"/>
          <p:cNvSpPr>
            <a:spLocks noChangeArrowheads="1"/>
          </p:cNvSpPr>
          <p:nvPr/>
        </p:nvSpPr>
        <p:spPr bwMode="auto">
          <a:xfrm>
            <a:off x="3886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62" name="Rectangle 18"/>
          <p:cNvSpPr>
            <a:spLocks noChangeArrowheads="1"/>
          </p:cNvSpPr>
          <p:nvPr/>
        </p:nvSpPr>
        <p:spPr bwMode="auto">
          <a:xfrm>
            <a:off x="1219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63" name="Rectangle 19"/>
          <p:cNvSpPr>
            <a:spLocks noChangeArrowheads="1"/>
          </p:cNvSpPr>
          <p:nvPr/>
        </p:nvSpPr>
        <p:spPr bwMode="auto">
          <a:xfrm>
            <a:off x="1600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64" name="Rectangle 20"/>
          <p:cNvSpPr>
            <a:spLocks noChangeArrowheads="1"/>
          </p:cNvSpPr>
          <p:nvPr/>
        </p:nvSpPr>
        <p:spPr bwMode="auto">
          <a:xfrm>
            <a:off x="1981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65" name="Rectangle 21"/>
          <p:cNvSpPr>
            <a:spLocks noChangeArrowheads="1"/>
          </p:cNvSpPr>
          <p:nvPr/>
        </p:nvSpPr>
        <p:spPr bwMode="auto">
          <a:xfrm>
            <a:off x="2362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66" name="Rectangle 22"/>
          <p:cNvSpPr>
            <a:spLocks noChangeArrowheads="1"/>
          </p:cNvSpPr>
          <p:nvPr/>
        </p:nvSpPr>
        <p:spPr bwMode="auto">
          <a:xfrm>
            <a:off x="2743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67" name="Rectangle 23"/>
          <p:cNvSpPr>
            <a:spLocks noChangeArrowheads="1"/>
          </p:cNvSpPr>
          <p:nvPr/>
        </p:nvSpPr>
        <p:spPr bwMode="auto">
          <a:xfrm>
            <a:off x="3124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68" name="Rectangle 24"/>
          <p:cNvSpPr>
            <a:spLocks noChangeArrowheads="1"/>
          </p:cNvSpPr>
          <p:nvPr/>
        </p:nvSpPr>
        <p:spPr bwMode="auto">
          <a:xfrm>
            <a:off x="3505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69" name="Rectangle 25"/>
          <p:cNvSpPr>
            <a:spLocks noChangeArrowheads="1"/>
          </p:cNvSpPr>
          <p:nvPr/>
        </p:nvSpPr>
        <p:spPr bwMode="auto">
          <a:xfrm>
            <a:off x="3886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70" name="Rectangle 26"/>
          <p:cNvSpPr>
            <a:spLocks noChangeArrowheads="1"/>
          </p:cNvSpPr>
          <p:nvPr/>
        </p:nvSpPr>
        <p:spPr bwMode="auto">
          <a:xfrm>
            <a:off x="1219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71" name="Rectangle 27"/>
          <p:cNvSpPr>
            <a:spLocks noChangeArrowheads="1"/>
          </p:cNvSpPr>
          <p:nvPr/>
        </p:nvSpPr>
        <p:spPr bwMode="auto">
          <a:xfrm>
            <a:off x="1600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72" name="Rectangle 28"/>
          <p:cNvSpPr>
            <a:spLocks noChangeArrowheads="1"/>
          </p:cNvSpPr>
          <p:nvPr/>
        </p:nvSpPr>
        <p:spPr bwMode="auto">
          <a:xfrm>
            <a:off x="1981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73" name="Rectangle 29"/>
          <p:cNvSpPr>
            <a:spLocks noChangeArrowheads="1"/>
          </p:cNvSpPr>
          <p:nvPr/>
        </p:nvSpPr>
        <p:spPr bwMode="auto">
          <a:xfrm>
            <a:off x="2362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74" name="Rectangle 30"/>
          <p:cNvSpPr>
            <a:spLocks noChangeArrowheads="1"/>
          </p:cNvSpPr>
          <p:nvPr/>
        </p:nvSpPr>
        <p:spPr bwMode="auto">
          <a:xfrm>
            <a:off x="2743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75" name="Rectangle 31"/>
          <p:cNvSpPr>
            <a:spLocks noChangeArrowheads="1"/>
          </p:cNvSpPr>
          <p:nvPr/>
        </p:nvSpPr>
        <p:spPr bwMode="auto">
          <a:xfrm>
            <a:off x="3124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76" name="Rectangle 32"/>
          <p:cNvSpPr>
            <a:spLocks noChangeArrowheads="1"/>
          </p:cNvSpPr>
          <p:nvPr/>
        </p:nvSpPr>
        <p:spPr bwMode="auto">
          <a:xfrm>
            <a:off x="3505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77" name="Rectangle 33"/>
          <p:cNvSpPr>
            <a:spLocks noChangeArrowheads="1"/>
          </p:cNvSpPr>
          <p:nvPr/>
        </p:nvSpPr>
        <p:spPr bwMode="auto">
          <a:xfrm>
            <a:off x="3886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78" name="Rectangle 34"/>
          <p:cNvSpPr>
            <a:spLocks noChangeArrowheads="1"/>
          </p:cNvSpPr>
          <p:nvPr/>
        </p:nvSpPr>
        <p:spPr bwMode="auto">
          <a:xfrm>
            <a:off x="1219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79" name="Rectangle 35"/>
          <p:cNvSpPr>
            <a:spLocks noChangeArrowheads="1"/>
          </p:cNvSpPr>
          <p:nvPr/>
        </p:nvSpPr>
        <p:spPr bwMode="auto">
          <a:xfrm>
            <a:off x="1600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80" name="Rectangle 36"/>
          <p:cNvSpPr>
            <a:spLocks noChangeArrowheads="1"/>
          </p:cNvSpPr>
          <p:nvPr/>
        </p:nvSpPr>
        <p:spPr bwMode="auto">
          <a:xfrm>
            <a:off x="1981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81" name="Rectangle 37"/>
          <p:cNvSpPr>
            <a:spLocks noChangeArrowheads="1"/>
          </p:cNvSpPr>
          <p:nvPr/>
        </p:nvSpPr>
        <p:spPr bwMode="auto">
          <a:xfrm>
            <a:off x="2362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82" name="Rectangle 38"/>
          <p:cNvSpPr>
            <a:spLocks noChangeArrowheads="1"/>
          </p:cNvSpPr>
          <p:nvPr/>
        </p:nvSpPr>
        <p:spPr bwMode="auto">
          <a:xfrm>
            <a:off x="2743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83" name="Rectangle 39"/>
          <p:cNvSpPr>
            <a:spLocks noChangeArrowheads="1"/>
          </p:cNvSpPr>
          <p:nvPr/>
        </p:nvSpPr>
        <p:spPr bwMode="auto">
          <a:xfrm>
            <a:off x="3124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84" name="Rectangle 40"/>
          <p:cNvSpPr>
            <a:spLocks noChangeArrowheads="1"/>
          </p:cNvSpPr>
          <p:nvPr/>
        </p:nvSpPr>
        <p:spPr bwMode="auto">
          <a:xfrm>
            <a:off x="3505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85" name="Rectangle 41"/>
          <p:cNvSpPr>
            <a:spLocks noChangeArrowheads="1"/>
          </p:cNvSpPr>
          <p:nvPr/>
        </p:nvSpPr>
        <p:spPr bwMode="auto">
          <a:xfrm>
            <a:off x="3886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86" name="Rectangle 42"/>
          <p:cNvSpPr>
            <a:spLocks noChangeArrowheads="1"/>
          </p:cNvSpPr>
          <p:nvPr/>
        </p:nvSpPr>
        <p:spPr bwMode="auto">
          <a:xfrm>
            <a:off x="1219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87" name="Rectangle 43"/>
          <p:cNvSpPr>
            <a:spLocks noChangeArrowheads="1"/>
          </p:cNvSpPr>
          <p:nvPr/>
        </p:nvSpPr>
        <p:spPr bwMode="auto">
          <a:xfrm>
            <a:off x="1600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88" name="Rectangle 44"/>
          <p:cNvSpPr>
            <a:spLocks noChangeArrowheads="1"/>
          </p:cNvSpPr>
          <p:nvPr/>
        </p:nvSpPr>
        <p:spPr bwMode="auto">
          <a:xfrm>
            <a:off x="1981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89" name="Rectangle 45"/>
          <p:cNvSpPr>
            <a:spLocks noChangeArrowheads="1"/>
          </p:cNvSpPr>
          <p:nvPr/>
        </p:nvSpPr>
        <p:spPr bwMode="auto">
          <a:xfrm>
            <a:off x="2362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90" name="Rectangle 46"/>
          <p:cNvSpPr>
            <a:spLocks noChangeArrowheads="1"/>
          </p:cNvSpPr>
          <p:nvPr/>
        </p:nvSpPr>
        <p:spPr bwMode="auto">
          <a:xfrm>
            <a:off x="2743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91" name="Rectangle 47"/>
          <p:cNvSpPr>
            <a:spLocks noChangeArrowheads="1"/>
          </p:cNvSpPr>
          <p:nvPr/>
        </p:nvSpPr>
        <p:spPr bwMode="auto">
          <a:xfrm>
            <a:off x="3124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92" name="Rectangle 48"/>
          <p:cNvSpPr>
            <a:spLocks noChangeArrowheads="1"/>
          </p:cNvSpPr>
          <p:nvPr/>
        </p:nvSpPr>
        <p:spPr bwMode="auto">
          <a:xfrm>
            <a:off x="3505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93" name="Rectangle 49"/>
          <p:cNvSpPr>
            <a:spLocks noChangeArrowheads="1"/>
          </p:cNvSpPr>
          <p:nvPr/>
        </p:nvSpPr>
        <p:spPr bwMode="auto">
          <a:xfrm>
            <a:off x="3886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94" name="Rectangle 50"/>
          <p:cNvSpPr>
            <a:spLocks noChangeArrowheads="1"/>
          </p:cNvSpPr>
          <p:nvPr/>
        </p:nvSpPr>
        <p:spPr bwMode="auto">
          <a:xfrm>
            <a:off x="1219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95" name="Rectangle 51"/>
          <p:cNvSpPr>
            <a:spLocks noChangeArrowheads="1"/>
          </p:cNvSpPr>
          <p:nvPr/>
        </p:nvSpPr>
        <p:spPr bwMode="auto">
          <a:xfrm>
            <a:off x="1600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96" name="Rectangle 52"/>
          <p:cNvSpPr>
            <a:spLocks noChangeArrowheads="1"/>
          </p:cNvSpPr>
          <p:nvPr/>
        </p:nvSpPr>
        <p:spPr bwMode="auto">
          <a:xfrm>
            <a:off x="1981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97" name="Rectangle 53"/>
          <p:cNvSpPr>
            <a:spLocks noChangeArrowheads="1"/>
          </p:cNvSpPr>
          <p:nvPr/>
        </p:nvSpPr>
        <p:spPr bwMode="auto">
          <a:xfrm>
            <a:off x="2362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98" name="Rectangle 54"/>
          <p:cNvSpPr>
            <a:spLocks noChangeArrowheads="1"/>
          </p:cNvSpPr>
          <p:nvPr/>
        </p:nvSpPr>
        <p:spPr bwMode="auto">
          <a:xfrm>
            <a:off x="2743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99" name="Rectangle 55"/>
          <p:cNvSpPr>
            <a:spLocks noChangeArrowheads="1"/>
          </p:cNvSpPr>
          <p:nvPr/>
        </p:nvSpPr>
        <p:spPr bwMode="auto">
          <a:xfrm>
            <a:off x="3124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00" name="Rectangle 56"/>
          <p:cNvSpPr>
            <a:spLocks noChangeArrowheads="1"/>
          </p:cNvSpPr>
          <p:nvPr/>
        </p:nvSpPr>
        <p:spPr bwMode="auto">
          <a:xfrm>
            <a:off x="3505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01" name="Rectangle 57"/>
          <p:cNvSpPr>
            <a:spLocks noChangeArrowheads="1"/>
          </p:cNvSpPr>
          <p:nvPr/>
        </p:nvSpPr>
        <p:spPr bwMode="auto">
          <a:xfrm>
            <a:off x="3886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02" name="Rectangle 58"/>
          <p:cNvSpPr>
            <a:spLocks noChangeArrowheads="1"/>
          </p:cNvSpPr>
          <p:nvPr/>
        </p:nvSpPr>
        <p:spPr bwMode="auto">
          <a:xfrm>
            <a:off x="1219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03" name="Rectangle 59"/>
          <p:cNvSpPr>
            <a:spLocks noChangeArrowheads="1"/>
          </p:cNvSpPr>
          <p:nvPr/>
        </p:nvSpPr>
        <p:spPr bwMode="auto">
          <a:xfrm>
            <a:off x="1600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04" name="Rectangle 60"/>
          <p:cNvSpPr>
            <a:spLocks noChangeArrowheads="1"/>
          </p:cNvSpPr>
          <p:nvPr/>
        </p:nvSpPr>
        <p:spPr bwMode="auto">
          <a:xfrm>
            <a:off x="1981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05" name="Rectangle 61"/>
          <p:cNvSpPr>
            <a:spLocks noChangeArrowheads="1"/>
          </p:cNvSpPr>
          <p:nvPr/>
        </p:nvSpPr>
        <p:spPr bwMode="auto">
          <a:xfrm>
            <a:off x="2362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06" name="Rectangle 62"/>
          <p:cNvSpPr>
            <a:spLocks noChangeArrowheads="1"/>
          </p:cNvSpPr>
          <p:nvPr/>
        </p:nvSpPr>
        <p:spPr bwMode="auto">
          <a:xfrm>
            <a:off x="2743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07" name="Rectangle 63"/>
          <p:cNvSpPr>
            <a:spLocks noChangeArrowheads="1"/>
          </p:cNvSpPr>
          <p:nvPr/>
        </p:nvSpPr>
        <p:spPr bwMode="auto">
          <a:xfrm>
            <a:off x="3124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08" name="Rectangle 64"/>
          <p:cNvSpPr>
            <a:spLocks noChangeArrowheads="1"/>
          </p:cNvSpPr>
          <p:nvPr/>
        </p:nvSpPr>
        <p:spPr bwMode="auto">
          <a:xfrm>
            <a:off x="3505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09" name="Rectangle 65"/>
          <p:cNvSpPr>
            <a:spLocks noChangeArrowheads="1"/>
          </p:cNvSpPr>
          <p:nvPr/>
        </p:nvSpPr>
        <p:spPr bwMode="auto">
          <a:xfrm>
            <a:off x="3889375" y="3632200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10" name="Rectangle 66"/>
          <p:cNvSpPr>
            <a:spLocks noChangeArrowheads="1"/>
          </p:cNvSpPr>
          <p:nvPr/>
        </p:nvSpPr>
        <p:spPr bwMode="auto">
          <a:xfrm>
            <a:off x="3886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11" name="Rectangle 67"/>
          <p:cNvSpPr>
            <a:spLocks noChangeArrowheads="1"/>
          </p:cNvSpPr>
          <p:nvPr/>
        </p:nvSpPr>
        <p:spPr bwMode="auto">
          <a:xfrm>
            <a:off x="1219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12" name="Rectangle 68"/>
          <p:cNvSpPr>
            <a:spLocks noChangeArrowheads="1"/>
          </p:cNvSpPr>
          <p:nvPr/>
        </p:nvSpPr>
        <p:spPr bwMode="auto">
          <a:xfrm>
            <a:off x="1600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13" name="Rectangle 69"/>
          <p:cNvSpPr>
            <a:spLocks noChangeArrowheads="1"/>
          </p:cNvSpPr>
          <p:nvPr/>
        </p:nvSpPr>
        <p:spPr bwMode="auto">
          <a:xfrm>
            <a:off x="1981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14" name="Rectangle 70"/>
          <p:cNvSpPr>
            <a:spLocks noChangeArrowheads="1"/>
          </p:cNvSpPr>
          <p:nvPr/>
        </p:nvSpPr>
        <p:spPr bwMode="auto">
          <a:xfrm>
            <a:off x="2362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15" name="Rectangle 71"/>
          <p:cNvSpPr>
            <a:spLocks noChangeArrowheads="1"/>
          </p:cNvSpPr>
          <p:nvPr/>
        </p:nvSpPr>
        <p:spPr bwMode="auto">
          <a:xfrm>
            <a:off x="2743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16" name="Rectangle 72"/>
          <p:cNvSpPr>
            <a:spLocks noChangeArrowheads="1"/>
          </p:cNvSpPr>
          <p:nvPr/>
        </p:nvSpPr>
        <p:spPr bwMode="auto">
          <a:xfrm>
            <a:off x="3124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17" name="Rectangle 73"/>
          <p:cNvSpPr>
            <a:spLocks noChangeArrowheads="1"/>
          </p:cNvSpPr>
          <p:nvPr/>
        </p:nvSpPr>
        <p:spPr bwMode="auto">
          <a:xfrm>
            <a:off x="3505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18" name="Rectangle 74"/>
          <p:cNvSpPr>
            <a:spLocks noChangeArrowheads="1"/>
          </p:cNvSpPr>
          <p:nvPr/>
        </p:nvSpPr>
        <p:spPr bwMode="auto">
          <a:xfrm>
            <a:off x="381000" y="4768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19" name="Rectangle 75"/>
          <p:cNvSpPr>
            <a:spLocks noChangeArrowheads="1"/>
          </p:cNvSpPr>
          <p:nvPr/>
        </p:nvSpPr>
        <p:spPr bwMode="auto">
          <a:xfrm>
            <a:off x="381000" y="2101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20" name="Rectangle 76"/>
          <p:cNvSpPr>
            <a:spLocks noChangeArrowheads="1"/>
          </p:cNvSpPr>
          <p:nvPr/>
        </p:nvSpPr>
        <p:spPr bwMode="auto">
          <a:xfrm>
            <a:off x="381000" y="2482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21" name="Rectangle 77"/>
          <p:cNvSpPr>
            <a:spLocks noChangeArrowheads="1"/>
          </p:cNvSpPr>
          <p:nvPr/>
        </p:nvSpPr>
        <p:spPr bwMode="auto">
          <a:xfrm>
            <a:off x="381000" y="2863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22" name="Rectangle 78"/>
          <p:cNvSpPr>
            <a:spLocks noChangeArrowheads="1"/>
          </p:cNvSpPr>
          <p:nvPr/>
        </p:nvSpPr>
        <p:spPr bwMode="auto">
          <a:xfrm>
            <a:off x="381000" y="3244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23" name="Rectangle 79"/>
          <p:cNvSpPr>
            <a:spLocks noChangeArrowheads="1"/>
          </p:cNvSpPr>
          <p:nvPr/>
        </p:nvSpPr>
        <p:spPr bwMode="auto">
          <a:xfrm>
            <a:off x="381000" y="3625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24" name="Rectangle 80"/>
          <p:cNvSpPr>
            <a:spLocks noChangeArrowheads="1"/>
          </p:cNvSpPr>
          <p:nvPr/>
        </p:nvSpPr>
        <p:spPr bwMode="auto">
          <a:xfrm>
            <a:off x="381000" y="4006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25" name="Rectangle 81"/>
          <p:cNvSpPr>
            <a:spLocks noChangeArrowheads="1"/>
          </p:cNvSpPr>
          <p:nvPr/>
        </p:nvSpPr>
        <p:spPr bwMode="auto">
          <a:xfrm>
            <a:off x="381000" y="4387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27" name="Rectangle 83"/>
          <p:cNvSpPr>
            <a:spLocks noChangeArrowheads="1"/>
          </p:cNvSpPr>
          <p:nvPr/>
        </p:nvSpPr>
        <p:spPr bwMode="auto">
          <a:xfrm>
            <a:off x="838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28" name="Rectangle 84"/>
          <p:cNvSpPr>
            <a:spLocks noChangeArrowheads="1"/>
          </p:cNvSpPr>
          <p:nvPr/>
        </p:nvSpPr>
        <p:spPr bwMode="auto">
          <a:xfrm>
            <a:off x="838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29" name="Rectangle 85"/>
          <p:cNvSpPr>
            <a:spLocks noChangeArrowheads="1"/>
          </p:cNvSpPr>
          <p:nvPr/>
        </p:nvSpPr>
        <p:spPr bwMode="auto">
          <a:xfrm>
            <a:off x="838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30" name="Rectangle 86"/>
          <p:cNvSpPr>
            <a:spLocks noChangeArrowheads="1"/>
          </p:cNvSpPr>
          <p:nvPr/>
        </p:nvSpPr>
        <p:spPr bwMode="auto">
          <a:xfrm>
            <a:off x="838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31" name="Rectangle 87"/>
          <p:cNvSpPr>
            <a:spLocks noChangeArrowheads="1"/>
          </p:cNvSpPr>
          <p:nvPr/>
        </p:nvSpPr>
        <p:spPr bwMode="auto">
          <a:xfrm>
            <a:off x="838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32" name="Rectangle 88"/>
          <p:cNvSpPr>
            <a:spLocks noChangeArrowheads="1"/>
          </p:cNvSpPr>
          <p:nvPr/>
        </p:nvSpPr>
        <p:spPr bwMode="auto">
          <a:xfrm>
            <a:off x="838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33" name="Rectangle 89"/>
          <p:cNvSpPr>
            <a:spLocks noChangeArrowheads="1"/>
          </p:cNvSpPr>
          <p:nvPr/>
        </p:nvSpPr>
        <p:spPr bwMode="auto">
          <a:xfrm>
            <a:off x="838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34" name="Rectangle 90"/>
          <p:cNvSpPr>
            <a:spLocks noChangeArrowheads="1"/>
          </p:cNvSpPr>
          <p:nvPr/>
        </p:nvSpPr>
        <p:spPr bwMode="auto">
          <a:xfrm>
            <a:off x="838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35" name="Rectangle 91"/>
          <p:cNvSpPr>
            <a:spLocks noChangeArrowheads="1"/>
          </p:cNvSpPr>
          <p:nvPr/>
        </p:nvSpPr>
        <p:spPr bwMode="auto">
          <a:xfrm>
            <a:off x="838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36" name="Rectangle 92"/>
          <p:cNvSpPr>
            <a:spLocks noChangeArrowheads="1"/>
          </p:cNvSpPr>
          <p:nvPr/>
        </p:nvSpPr>
        <p:spPr bwMode="auto">
          <a:xfrm>
            <a:off x="381000" y="5149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37" name="Rectangle 93"/>
          <p:cNvSpPr>
            <a:spLocks noChangeArrowheads="1"/>
          </p:cNvSpPr>
          <p:nvPr/>
        </p:nvSpPr>
        <p:spPr bwMode="auto">
          <a:xfrm>
            <a:off x="4267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38" name="Rectangle 94"/>
          <p:cNvSpPr>
            <a:spLocks noChangeArrowheads="1"/>
          </p:cNvSpPr>
          <p:nvPr/>
        </p:nvSpPr>
        <p:spPr bwMode="auto">
          <a:xfrm>
            <a:off x="4267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39" name="Rectangle 95"/>
          <p:cNvSpPr>
            <a:spLocks noChangeArrowheads="1"/>
          </p:cNvSpPr>
          <p:nvPr/>
        </p:nvSpPr>
        <p:spPr bwMode="auto">
          <a:xfrm>
            <a:off x="4267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40" name="Rectangle 96"/>
          <p:cNvSpPr>
            <a:spLocks noChangeArrowheads="1"/>
          </p:cNvSpPr>
          <p:nvPr/>
        </p:nvSpPr>
        <p:spPr bwMode="auto">
          <a:xfrm>
            <a:off x="4267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41" name="Rectangle 97"/>
          <p:cNvSpPr>
            <a:spLocks noChangeArrowheads="1"/>
          </p:cNvSpPr>
          <p:nvPr/>
        </p:nvSpPr>
        <p:spPr bwMode="auto">
          <a:xfrm>
            <a:off x="4267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42" name="Rectangle 98"/>
          <p:cNvSpPr>
            <a:spLocks noChangeArrowheads="1"/>
          </p:cNvSpPr>
          <p:nvPr/>
        </p:nvSpPr>
        <p:spPr bwMode="auto">
          <a:xfrm>
            <a:off x="4267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43" name="Rectangle 99"/>
          <p:cNvSpPr>
            <a:spLocks noChangeArrowheads="1"/>
          </p:cNvSpPr>
          <p:nvPr/>
        </p:nvSpPr>
        <p:spPr bwMode="auto">
          <a:xfrm>
            <a:off x="4267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44" name="Rectangle 100"/>
          <p:cNvSpPr>
            <a:spLocks noChangeArrowheads="1"/>
          </p:cNvSpPr>
          <p:nvPr/>
        </p:nvSpPr>
        <p:spPr bwMode="auto">
          <a:xfrm>
            <a:off x="4267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45" name="Rectangle 101"/>
          <p:cNvSpPr>
            <a:spLocks noChangeArrowheads="1"/>
          </p:cNvSpPr>
          <p:nvPr/>
        </p:nvSpPr>
        <p:spPr bwMode="auto">
          <a:xfrm>
            <a:off x="4267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46" name="Rectangle 102"/>
          <p:cNvSpPr>
            <a:spLocks noChangeArrowheads="1"/>
          </p:cNvSpPr>
          <p:nvPr/>
        </p:nvSpPr>
        <p:spPr bwMode="auto">
          <a:xfrm>
            <a:off x="1600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47" name="Rectangle 103"/>
          <p:cNvSpPr>
            <a:spLocks noChangeArrowheads="1"/>
          </p:cNvSpPr>
          <p:nvPr/>
        </p:nvSpPr>
        <p:spPr bwMode="auto">
          <a:xfrm>
            <a:off x="1981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48" name="Rectangle 104"/>
          <p:cNvSpPr>
            <a:spLocks noChangeArrowheads="1"/>
          </p:cNvSpPr>
          <p:nvPr/>
        </p:nvSpPr>
        <p:spPr bwMode="auto">
          <a:xfrm>
            <a:off x="2362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49" name="Rectangle 105"/>
          <p:cNvSpPr>
            <a:spLocks noChangeArrowheads="1"/>
          </p:cNvSpPr>
          <p:nvPr/>
        </p:nvSpPr>
        <p:spPr bwMode="auto">
          <a:xfrm>
            <a:off x="2743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50" name="Rectangle 106"/>
          <p:cNvSpPr>
            <a:spLocks noChangeArrowheads="1"/>
          </p:cNvSpPr>
          <p:nvPr/>
        </p:nvSpPr>
        <p:spPr bwMode="auto">
          <a:xfrm>
            <a:off x="3124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51" name="Rectangle 107"/>
          <p:cNvSpPr>
            <a:spLocks noChangeArrowheads="1"/>
          </p:cNvSpPr>
          <p:nvPr/>
        </p:nvSpPr>
        <p:spPr bwMode="auto">
          <a:xfrm>
            <a:off x="3505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52" name="Rectangle 108"/>
          <p:cNvSpPr>
            <a:spLocks noChangeArrowheads="1"/>
          </p:cNvSpPr>
          <p:nvPr/>
        </p:nvSpPr>
        <p:spPr bwMode="auto">
          <a:xfrm>
            <a:off x="3886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53" name="Rectangle 109"/>
          <p:cNvSpPr>
            <a:spLocks noChangeArrowheads="1"/>
          </p:cNvSpPr>
          <p:nvPr/>
        </p:nvSpPr>
        <p:spPr bwMode="auto">
          <a:xfrm>
            <a:off x="1219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54" name="Rectangle 110"/>
          <p:cNvSpPr>
            <a:spLocks noChangeArrowheads="1"/>
          </p:cNvSpPr>
          <p:nvPr/>
        </p:nvSpPr>
        <p:spPr bwMode="auto">
          <a:xfrm>
            <a:off x="838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55" name="Rectangle 111"/>
          <p:cNvSpPr>
            <a:spLocks noChangeArrowheads="1"/>
          </p:cNvSpPr>
          <p:nvPr/>
        </p:nvSpPr>
        <p:spPr bwMode="auto">
          <a:xfrm>
            <a:off x="4267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56" name="Rectangle 112"/>
          <p:cNvSpPr>
            <a:spLocks noChangeArrowheads="1"/>
          </p:cNvSpPr>
          <p:nvPr/>
        </p:nvSpPr>
        <p:spPr bwMode="auto">
          <a:xfrm>
            <a:off x="1600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57" name="Rectangle 113"/>
          <p:cNvSpPr>
            <a:spLocks noChangeArrowheads="1"/>
          </p:cNvSpPr>
          <p:nvPr/>
        </p:nvSpPr>
        <p:spPr bwMode="auto">
          <a:xfrm>
            <a:off x="1981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58" name="Rectangle 114"/>
          <p:cNvSpPr>
            <a:spLocks noChangeArrowheads="1"/>
          </p:cNvSpPr>
          <p:nvPr/>
        </p:nvSpPr>
        <p:spPr bwMode="auto">
          <a:xfrm>
            <a:off x="2362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59" name="Rectangle 115"/>
          <p:cNvSpPr>
            <a:spLocks noChangeArrowheads="1"/>
          </p:cNvSpPr>
          <p:nvPr/>
        </p:nvSpPr>
        <p:spPr bwMode="auto">
          <a:xfrm>
            <a:off x="2743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60" name="Rectangle 116"/>
          <p:cNvSpPr>
            <a:spLocks noChangeArrowheads="1"/>
          </p:cNvSpPr>
          <p:nvPr/>
        </p:nvSpPr>
        <p:spPr bwMode="auto">
          <a:xfrm>
            <a:off x="3124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61" name="Rectangle 117"/>
          <p:cNvSpPr>
            <a:spLocks noChangeArrowheads="1"/>
          </p:cNvSpPr>
          <p:nvPr/>
        </p:nvSpPr>
        <p:spPr bwMode="auto">
          <a:xfrm>
            <a:off x="3505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62" name="Rectangle 118"/>
          <p:cNvSpPr>
            <a:spLocks noChangeArrowheads="1"/>
          </p:cNvSpPr>
          <p:nvPr/>
        </p:nvSpPr>
        <p:spPr bwMode="auto">
          <a:xfrm>
            <a:off x="3886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63" name="Rectangle 119"/>
          <p:cNvSpPr>
            <a:spLocks noChangeArrowheads="1"/>
          </p:cNvSpPr>
          <p:nvPr/>
        </p:nvSpPr>
        <p:spPr bwMode="auto">
          <a:xfrm>
            <a:off x="1219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064" name="Rectangle 120"/>
          <p:cNvSpPr>
            <a:spLocks noChangeArrowheads="1"/>
          </p:cNvSpPr>
          <p:nvPr/>
        </p:nvSpPr>
        <p:spPr bwMode="auto">
          <a:xfrm>
            <a:off x="838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65" name="Rectangle 121"/>
          <p:cNvSpPr>
            <a:spLocks noChangeArrowheads="1"/>
          </p:cNvSpPr>
          <p:nvPr/>
        </p:nvSpPr>
        <p:spPr bwMode="auto">
          <a:xfrm>
            <a:off x="4267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66" name="Rectangle 122"/>
          <p:cNvSpPr>
            <a:spLocks noChangeArrowheads="1"/>
          </p:cNvSpPr>
          <p:nvPr/>
        </p:nvSpPr>
        <p:spPr bwMode="auto">
          <a:xfrm>
            <a:off x="381000" y="1720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83067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1850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068" name="Text Box 124"/>
          <p:cNvSpPr txBox="1">
            <a:spLocks noChangeArrowheads="1"/>
          </p:cNvSpPr>
          <p:nvPr/>
        </p:nvSpPr>
        <p:spPr bwMode="auto">
          <a:xfrm>
            <a:off x="53340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(1,1)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3069" name="Line 125"/>
          <p:cNvSpPr>
            <a:spLocks noChangeShapeType="1"/>
          </p:cNvSpPr>
          <p:nvPr/>
        </p:nvSpPr>
        <p:spPr bwMode="auto">
          <a:xfrm>
            <a:off x="5334000" y="1946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3070" name="Line 126"/>
          <p:cNvSpPr>
            <a:spLocks noChangeShapeType="1"/>
          </p:cNvSpPr>
          <p:nvPr/>
        </p:nvSpPr>
        <p:spPr bwMode="auto">
          <a:xfrm>
            <a:off x="5334000" y="2708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3071" name="AutoShape 127"/>
          <p:cNvSpPr>
            <a:spLocks noChangeArrowheads="1"/>
          </p:cNvSpPr>
          <p:nvPr/>
        </p:nvSpPr>
        <p:spPr bwMode="auto">
          <a:xfrm>
            <a:off x="4800600" y="727075"/>
            <a:ext cx="1143000" cy="1600200"/>
          </a:xfrm>
          <a:custGeom>
            <a:avLst/>
            <a:gdLst>
              <a:gd name="T0" fmla="*/ 310885 w 21600"/>
              <a:gd name="T1" fmla="*/ 1512189 h 21600"/>
              <a:gd name="T2" fmla="*/ 539380 w 21600"/>
              <a:gd name="T3" fmla="*/ 1511819 h 21600"/>
              <a:gd name="T4" fmla="*/ 367506 w 21600"/>
              <a:gd name="T5" fmla="*/ 1357429 h 21600"/>
              <a:gd name="T6" fmla="*/ 19156 w 21600"/>
              <a:gd name="T7" fmla="*/ 1434327 h 21600"/>
              <a:gd name="T8" fmla="*/ 47572 w 21600"/>
              <a:gd name="T9" fmla="*/ 1030499 h 21600"/>
              <a:gd name="T10" fmla="*/ 336074 w 21600"/>
              <a:gd name="T11" fmla="*/ 107035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4264" y="16160"/>
                </a:moveTo>
                <a:cubicBezTo>
                  <a:pt x="5751" y="17974"/>
                  <a:pt x="7926" y="19088"/>
                  <a:pt x="10267" y="19236"/>
                </a:cubicBezTo>
                <a:lnTo>
                  <a:pt x="10119" y="21578"/>
                </a:lnTo>
                <a:cubicBezTo>
                  <a:pt x="7128" y="21389"/>
                  <a:pt x="4350" y="19966"/>
                  <a:pt x="2449" y="17649"/>
                </a:cubicBezTo>
                <a:lnTo>
                  <a:pt x="362" y="19361"/>
                </a:lnTo>
                <a:lnTo>
                  <a:pt x="899" y="13910"/>
                </a:lnTo>
                <a:lnTo>
                  <a:pt x="6351" y="14448"/>
                </a:lnTo>
                <a:lnTo>
                  <a:pt x="4264" y="16160"/>
                </a:lnTo>
                <a:close/>
              </a:path>
            </a:pathLst>
          </a:custGeom>
          <a:solidFill>
            <a:schemeClr val="folHlink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3072" name="AutoShape 128"/>
          <p:cNvSpPr>
            <a:spLocks noChangeArrowheads="1"/>
          </p:cNvSpPr>
          <p:nvPr/>
        </p:nvSpPr>
        <p:spPr bwMode="auto">
          <a:xfrm>
            <a:off x="8305800" y="1489075"/>
            <a:ext cx="762000" cy="838200"/>
          </a:xfrm>
          <a:custGeom>
            <a:avLst/>
            <a:gdLst>
              <a:gd name="T0" fmla="*/ 732331 w 21600"/>
              <a:gd name="T1" fmla="*/ 581230 h 21600"/>
              <a:gd name="T2" fmla="*/ 578485 w 21600"/>
              <a:gd name="T3" fmla="*/ 192708 h 21600"/>
              <a:gd name="T4" fmla="*/ 555660 w 21600"/>
              <a:gd name="T5" fmla="*/ 499699 h 21600"/>
              <a:gd name="T6" fmla="*/ 366889 w 21600"/>
              <a:gd name="T7" fmla="*/ 942742 h 21600"/>
              <a:gd name="T8" fmla="*/ 181575 w 21600"/>
              <a:gd name="T9" fmla="*/ 726479 h 21600"/>
              <a:gd name="T10" fmla="*/ 378178 w 21600"/>
              <a:gd name="T11" fmla="*/ 52263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641" y="16167"/>
                </a:moveTo>
                <a:cubicBezTo>
                  <a:pt x="10693" y="16169"/>
                  <a:pt x="10746" y="16170"/>
                  <a:pt x="10800" y="16170"/>
                </a:cubicBezTo>
                <a:cubicBezTo>
                  <a:pt x="13765" y="16170"/>
                  <a:pt x="16170" y="13765"/>
                  <a:pt x="16170" y="10800"/>
                </a:cubicBezTo>
                <a:cubicBezTo>
                  <a:pt x="16170" y="9337"/>
                  <a:pt x="15573" y="7938"/>
                  <a:pt x="14518" y="6925"/>
                </a:cubicBezTo>
                <a:lnTo>
                  <a:pt x="18278" y="3008"/>
                </a:lnTo>
                <a:cubicBezTo>
                  <a:pt x="20400" y="5044"/>
                  <a:pt x="21600" y="7858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693" y="21600"/>
                  <a:pt x="10586" y="21598"/>
                  <a:pt x="10480" y="21595"/>
                </a:cubicBezTo>
                <a:lnTo>
                  <a:pt x="10400" y="24294"/>
                </a:lnTo>
                <a:lnTo>
                  <a:pt x="5147" y="18721"/>
                </a:lnTo>
                <a:lnTo>
                  <a:pt x="10720" y="13468"/>
                </a:lnTo>
                <a:lnTo>
                  <a:pt x="10641" y="16167"/>
                </a:lnTo>
                <a:close/>
              </a:path>
            </a:pathLst>
          </a:cu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/>
          </a:p>
        </p:txBody>
      </p:sp>
      <p:sp>
        <p:nvSpPr>
          <p:cNvPr id="130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1219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1600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1981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2362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74" name="Rectangle 6"/>
          <p:cNvSpPr>
            <a:spLocks noChangeArrowheads="1"/>
          </p:cNvSpPr>
          <p:nvPr/>
        </p:nvSpPr>
        <p:spPr bwMode="auto">
          <a:xfrm>
            <a:off x="2743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75" name="Rectangle 7"/>
          <p:cNvSpPr>
            <a:spLocks noChangeArrowheads="1"/>
          </p:cNvSpPr>
          <p:nvPr/>
        </p:nvSpPr>
        <p:spPr bwMode="auto">
          <a:xfrm>
            <a:off x="3124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76" name="Rectangle 8"/>
          <p:cNvSpPr>
            <a:spLocks noChangeArrowheads="1"/>
          </p:cNvSpPr>
          <p:nvPr/>
        </p:nvSpPr>
        <p:spPr bwMode="auto">
          <a:xfrm>
            <a:off x="3505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77" name="Rectangle 9"/>
          <p:cNvSpPr>
            <a:spLocks noChangeArrowheads="1"/>
          </p:cNvSpPr>
          <p:nvPr/>
        </p:nvSpPr>
        <p:spPr bwMode="auto">
          <a:xfrm>
            <a:off x="3886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78" name="Rectangle 10"/>
          <p:cNvSpPr>
            <a:spLocks noChangeArrowheads="1"/>
          </p:cNvSpPr>
          <p:nvPr/>
        </p:nvSpPr>
        <p:spPr bwMode="auto">
          <a:xfrm>
            <a:off x="1219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79" name="Rectangle 11"/>
          <p:cNvSpPr>
            <a:spLocks noChangeArrowheads="1"/>
          </p:cNvSpPr>
          <p:nvPr/>
        </p:nvSpPr>
        <p:spPr bwMode="auto">
          <a:xfrm>
            <a:off x="1600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3980" name="Rectangle 12"/>
          <p:cNvSpPr>
            <a:spLocks noChangeArrowheads="1"/>
          </p:cNvSpPr>
          <p:nvPr/>
        </p:nvSpPr>
        <p:spPr bwMode="auto">
          <a:xfrm>
            <a:off x="1981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81" name="Rectangle 13"/>
          <p:cNvSpPr>
            <a:spLocks noChangeArrowheads="1"/>
          </p:cNvSpPr>
          <p:nvPr/>
        </p:nvSpPr>
        <p:spPr bwMode="auto">
          <a:xfrm>
            <a:off x="2362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82" name="Rectangle 14"/>
          <p:cNvSpPr>
            <a:spLocks noChangeArrowheads="1"/>
          </p:cNvSpPr>
          <p:nvPr/>
        </p:nvSpPr>
        <p:spPr bwMode="auto">
          <a:xfrm>
            <a:off x="2743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83" name="Rectangle 15"/>
          <p:cNvSpPr>
            <a:spLocks noChangeArrowheads="1"/>
          </p:cNvSpPr>
          <p:nvPr/>
        </p:nvSpPr>
        <p:spPr bwMode="auto">
          <a:xfrm>
            <a:off x="3124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84" name="Rectangle 16"/>
          <p:cNvSpPr>
            <a:spLocks noChangeArrowheads="1"/>
          </p:cNvSpPr>
          <p:nvPr/>
        </p:nvSpPr>
        <p:spPr bwMode="auto">
          <a:xfrm>
            <a:off x="3505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85" name="Rectangle 17"/>
          <p:cNvSpPr>
            <a:spLocks noChangeArrowheads="1"/>
          </p:cNvSpPr>
          <p:nvPr/>
        </p:nvSpPr>
        <p:spPr bwMode="auto">
          <a:xfrm>
            <a:off x="3886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86" name="Rectangle 18"/>
          <p:cNvSpPr>
            <a:spLocks noChangeArrowheads="1"/>
          </p:cNvSpPr>
          <p:nvPr/>
        </p:nvSpPr>
        <p:spPr bwMode="auto">
          <a:xfrm>
            <a:off x="1219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3987" name="Rectangle 19"/>
          <p:cNvSpPr>
            <a:spLocks noChangeArrowheads="1"/>
          </p:cNvSpPr>
          <p:nvPr/>
        </p:nvSpPr>
        <p:spPr bwMode="auto">
          <a:xfrm>
            <a:off x="1600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88" name="Rectangle 20"/>
          <p:cNvSpPr>
            <a:spLocks noChangeArrowheads="1"/>
          </p:cNvSpPr>
          <p:nvPr/>
        </p:nvSpPr>
        <p:spPr bwMode="auto">
          <a:xfrm>
            <a:off x="1981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89" name="Rectangle 21"/>
          <p:cNvSpPr>
            <a:spLocks noChangeArrowheads="1"/>
          </p:cNvSpPr>
          <p:nvPr/>
        </p:nvSpPr>
        <p:spPr bwMode="auto">
          <a:xfrm>
            <a:off x="2362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90" name="Rectangle 22"/>
          <p:cNvSpPr>
            <a:spLocks noChangeArrowheads="1"/>
          </p:cNvSpPr>
          <p:nvPr/>
        </p:nvSpPr>
        <p:spPr bwMode="auto">
          <a:xfrm>
            <a:off x="2743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91" name="Rectangle 23"/>
          <p:cNvSpPr>
            <a:spLocks noChangeArrowheads="1"/>
          </p:cNvSpPr>
          <p:nvPr/>
        </p:nvSpPr>
        <p:spPr bwMode="auto">
          <a:xfrm>
            <a:off x="3124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92" name="Rectangle 24"/>
          <p:cNvSpPr>
            <a:spLocks noChangeArrowheads="1"/>
          </p:cNvSpPr>
          <p:nvPr/>
        </p:nvSpPr>
        <p:spPr bwMode="auto">
          <a:xfrm>
            <a:off x="3505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93" name="Rectangle 25"/>
          <p:cNvSpPr>
            <a:spLocks noChangeArrowheads="1"/>
          </p:cNvSpPr>
          <p:nvPr/>
        </p:nvSpPr>
        <p:spPr bwMode="auto">
          <a:xfrm>
            <a:off x="3886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94" name="Rectangle 26"/>
          <p:cNvSpPr>
            <a:spLocks noChangeArrowheads="1"/>
          </p:cNvSpPr>
          <p:nvPr/>
        </p:nvSpPr>
        <p:spPr bwMode="auto">
          <a:xfrm>
            <a:off x="1219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95" name="Rectangle 27"/>
          <p:cNvSpPr>
            <a:spLocks noChangeArrowheads="1"/>
          </p:cNvSpPr>
          <p:nvPr/>
        </p:nvSpPr>
        <p:spPr bwMode="auto">
          <a:xfrm>
            <a:off x="1600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96" name="Rectangle 28"/>
          <p:cNvSpPr>
            <a:spLocks noChangeArrowheads="1"/>
          </p:cNvSpPr>
          <p:nvPr/>
        </p:nvSpPr>
        <p:spPr bwMode="auto">
          <a:xfrm>
            <a:off x="1981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97" name="Rectangle 29"/>
          <p:cNvSpPr>
            <a:spLocks noChangeArrowheads="1"/>
          </p:cNvSpPr>
          <p:nvPr/>
        </p:nvSpPr>
        <p:spPr bwMode="auto">
          <a:xfrm>
            <a:off x="2362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98" name="Rectangle 30"/>
          <p:cNvSpPr>
            <a:spLocks noChangeArrowheads="1"/>
          </p:cNvSpPr>
          <p:nvPr/>
        </p:nvSpPr>
        <p:spPr bwMode="auto">
          <a:xfrm>
            <a:off x="2743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99" name="Rectangle 31"/>
          <p:cNvSpPr>
            <a:spLocks noChangeArrowheads="1"/>
          </p:cNvSpPr>
          <p:nvPr/>
        </p:nvSpPr>
        <p:spPr bwMode="auto">
          <a:xfrm>
            <a:off x="3124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00" name="Rectangle 32"/>
          <p:cNvSpPr>
            <a:spLocks noChangeArrowheads="1"/>
          </p:cNvSpPr>
          <p:nvPr/>
        </p:nvSpPr>
        <p:spPr bwMode="auto">
          <a:xfrm>
            <a:off x="3505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01" name="Rectangle 33"/>
          <p:cNvSpPr>
            <a:spLocks noChangeArrowheads="1"/>
          </p:cNvSpPr>
          <p:nvPr/>
        </p:nvSpPr>
        <p:spPr bwMode="auto">
          <a:xfrm>
            <a:off x="3886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02" name="Rectangle 34"/>
          <p:cNvSpPr>
            <a:spLocks noChangeArrowheads="1"/>
          </p:cNvSpPr>
          <p:nvPr/>
        </p:nvSpPr>
        <p:spPr bwMode="auto">
          <a:xfrm>
            <a:off x="1219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03" name="Rectangle 35"/>
          <p:cNvSpPr>
            <a:spLocks noChangeArrowheads="1"/>
          </p:cNvSpPr>
          <p:nvPr/>
        </p:nvSpPr>
        <p:spPr bwMode="auto">
          <a:xfrm>
            <a:off x="1600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04" name="Rectangle 36"/>
          <p:cNvSpPr>
            <a:spLocks noChangeArrowheads="1"/>
          </p:cNvSpPr>
          <p:nvPr/>
        </p:nvSpPr>
        <p:spPr bwMode="auto">
          <a:xfrm>
            <a:off x="1981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05" name="Rectangle 37"/>
          <p:cNvSpPr>
            <a:spLocks noChangeArrowheads="1"/>
          </p:cNvSpPr>
          <p:nvPr/>
        </p:nvSpPr>
        <p:spPr bwMode="auto">
          <a:xfrm>
            <a:off x="2362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06" name="Rectangle 38"/>
          <p:cNvSpPr>
            <a:spLocks noChangeArrowheads="1"/>
          </p:cNvSpPr>
          <p:nvPr/>
        </p:nvSpPr>
        <p:spPr bwMode="auto">
          <a:xfrm>
            <a:off x="2743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07" name="Rectangle 39"/>
          <p:cNvSpPr>
            <a:spLocks noChangeArrowheads="1"/>
          </p:cNvSpPr>
          <p:nvPr/>
        </p:nvSpPr>
        <p:spPr bwMode="auto">
          <a:xfrm>
            <a:off x="3124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08" name="Rectangle 40"/>
          <p:cNvSpPr>
            <a:spLocks noChangeArrowheads="1"/>
          </p:cNvSpPr>
          <p:nvPr/>
        </p:nvSpPr>
        <p:spPr bwMode="auto">
          <a:xfrm>
            <a:off x="3505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09" name="Rectangle 41"/>
          <p:cNvSpPr>
            <a:spLocks noChangeArrowheads="1"/>
          </p:cNvSpPr>
          <p:nvPr/>
        </p:nvSpPr>
        <p:spPr bwMode="auto">
          <a:xfrm>
            <a:off x="3886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10" name="Rectangle 42"/>
          <p:cNvSpPr>
            <a:spLocks noChangeArrowheads="1"/>
          </p:cNvSpPr>
          <p:nvPr/>
        </p:nvSpPr>
        <p:spPr bwMode="auto">
          <a:xfrm>
            <a:off x="1219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11" name="Rectangle 43"/>
          <p:cNvSpPr>
            <a:spLocks noChangeArrowheads="1"/>
          </p:cNvSpPr>
          <p:nvPr/>
        </p:nvSpPr>
        <p:spPr bwMode="auto">
          <a:xfrm>
            <a:off x="1600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12" name="Rectangle 44"/>
          <p:cNvSpPr>
            <a:spLocks noChangeArrowheads="1"/>
          </p:cNvSpPr>
          <p:nvPr/>
        </p:nvSpPr>
        <p:spPr bwMode="auto">
          <a:xfrm>
            <a:off x="1981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13" name="Rectangle 45"/>
          <p:cNvSpPr>
            <a:spLocks noChangeArrowheads="1"/>
          </p:cNvSpPr>
          <p:nvPr/>
        </p:nvSpPr>
        <p:spPr bwMode="auto">
          <a:xfrm>
            <a:off x="2362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14" name="Rectangle 46"/>
          <p:cNvSpPr>
            <a:spLocks noChangeArrowheads="1"/>
          </p:cNvSpPr>
          <p:nvPr/>
        </p:nvSpPr>
        <p:spPr bwMode="auto">
          <a:xfrm>
            <a:off x="2743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15" name="Rectangle 47"/>
          <p:cNvSpPr>
            <a:spLocks noChangeArrowheads="1"/>
          </p:cNvSpPr>
          <p:nvPr/>
        </p:nvSpPr>
        <p:spPr bwMode="auto">
          <a:xfrm>
            <a:off x="3124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16" name="Rectangle 48"/>
          <p:cNvSpPr>
            <a:spLocks noChangeArrowheads="1"/>
          </p:cNvSpPr>
          <p:nvPr/>
        </p:nvSpPr>
        <p:spPr bwMode="auto">
          <a:xfrm>
            <a:off x="3505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17" name="Rectangle 49"/>
          <p:cNvSpPr>
            <a:spLocks noChangeArrowheads="1"/>
          </p:cNvSpPr>
          <p:nvPr/>
        </p:nvSpPr>
        <p:spPr bwMode="auto">
          <a:xfrm>
            <a:off x="3886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18" name="Rectangle 50"/>
          <p:cNvSpPr>
            <a:spLocks noChangeArrowheads="1"/>
          </p:cNvSpPr>
          <p:nvPr/>
        </p:nvSpPr>
        <p:spPr bwMode="auto">
          <a:xfrm>
            <a:off x="1219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19" name="Rectangle 51"/>
          <p:cNvSpPr>
            <a:spLocks noChangeArrowheads="1"/>
          </p:cNvSpPr>
          <p:nvPr/>
        </p:nvSpPr>
        <p:spPr bwMode="auto">
          <a:xfrm>
            <a:off x="1600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20" name="Rectangle 52"/>
          <p:cNvSpPr>
            <a:spLocks noChangeArrowheads="1"/>
          </p:cNvSpPr>
          <p:nvPr/>
        </p:nvSpPr>
        <p:spPr bwMode="auto">
          <a:xfrm>
            <a:off x="1981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21" name="Rectangle 53"/>
          <p:cNvSpPr>
            <a:spLocks noChangeArrowheads="1"/>
          </p:cNvSpPr>
          <p:nvPr/>
        </p:nvSpPr>
        <p:spPr bwMode="auto">
          <a:xfrm>
            <a:off x="2362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22" name="Rectangle 54"/>
          <p:cNvSpPr>
            <a:spLocks noChangeArrowheads="1"/>
          </p:cNvSpPr>
          <p:nvPr/>
        </p:nvSpPr>
        <p:spPr bwMode="auto">
          <a:xfrm>
            <a:off x="2743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23" name="Rectangle 55"/>
          <p:cNvSpPr>
            <a:spLocks noChangeArrowheads="1"/>
          </p:cNvSpPr>
          <p:nvPr/>
        </p:nvSpPr>
        <p:spPr bwMode="auto">
          <a:xfrm>
            <a:off x="3124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24" name="Rectangle 56"/>
          <p:cNvSpPr>
            <a:spLocks noChangeArrowheads="1"/>
          </p:cNvSpPr>
          <p:nvPr/>
        </p:nvSpPr>
        <p:spPr bwMode="auto">
          <a:xfrm>
            <a:off x="3505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25" name="Rectangle 57"/>
          <p:cNvSpPr>
            <a:spLocks noChangeArrowheads="1"/>
          </p:cNvSpPr>
          <p:nvPr/>
        </p:nvSpPr>
        <p:spPr bwMode="auto">
          <a:xfrm>
            <a:off x="3886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26" name="Rectangle 58"/>
          <p:cNvSpPr>
            <a:spLocks noChangeArrowheads="1"/>
          </p:cNvSpPr>
          <p:nvPr/>
        </p:nvSpPr>
        <p:spPr bwMode="auto">
          <a:xfrm>
            <a:off x="1219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27" name="Rectangle 59"/>
          <p:cNvSpPr>
            <a:spLocks noChangeArrowheads="1"/>
          </p:cNvSpPr>
          <p:nvPr/>
        </p:nvSpPr>
        <p:spPr bwMode="auto">
          <a:xfrm>
            <a:off x="1600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28" name="Rectangle 60"/>
          <p:cNvSpPr>
            <a:spLocks noChangeArrowheads="1"/>
          </p:cNvSpPr>
          <p:nvPr/>
        </p:nvSpPr>
        <p:spPr bwMode="auto">
          <a:xfrm>
            <a:off x="1981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29" name="Rectangle 61"/>
          <p:cNvSpPr>
            <a:spLocks noChangeArrowheads="1"/>
          </p:cNvSpPr>
          <p:nvPr/>
        </p:nvSpPr>
        <p:spPr bwMode="auto">
          <a:xfrm>
            <a:off x="2362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30" name="Rectangle 62"/>
          <p:cNvSpPr>
            <a:spLocks noChangeArrowheads="1"/>
          </p:cNvSpPr>
          <p:nvPr/>
        </p:nvSpPr>
        <p:spPr bwMode="auto">
          <a:xfrm>
            <a:off x="2743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31" name="Rectangle 63"/>
          <p:cNvSpPr>
            <a:spLocks noChangeArrowheads="1"/>
          </p:cNvSpPr>
          <p:nvPr/>
        </p:nvSpPr>
        <p:spPr bwMode="auto">
          <a:xfrm>
            <a:off x="3124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32" name="Rectangle 64"/>
          <p:cNvSpPr>
            <a:spLocks noChangeArrowheads="1"/>
          </p:cNvSpPr>
          <p:nvPr/>
        </p:nvSpPr>
        <p:spPr bwMode="auto">
          <a:xfrm>
            <a:off x="3505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33" name="Rectangle 65"/>
          <p:cNvSpPr>
            <a:spLocks noChangeArrowheads="1"/>
          </p:cNvSpPr>
          <p:nvPr/>
        </p:nvSpPr>
        <p:spPr bwMode="auto">
          <a:xfrm>
            <a:off x="3890963" y="3630613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34" name="Rectangle 66"/>
          <p:cNvSpPr>
            <a:spLocks noChangeArrowheads="1"/>
          </p:cNvSpPr>
          <p:nvPr/>
        </p:nvSpPr>
        <p:spPr bwMode="auto">
          <a:xfrm>
            <a:off x="3886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35" name="Rectangle 67"/>
          <p:cNvSpPr>
            <a:spLocks noChangeArrowheads="1"/>
          </p:cNvSpPr>
          <p:nvPr/>
        </p:nvSpPr>
        <p:spPr bwMode="auto">
          <a:xfrm>
            <a:off x="1219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36" name="Rectangle 68"/>
          <p:cNvSpPr>
            <a:spLocks noChangeArrowheads="1"/>
          </p:cNvSpPr>
          <p:nvPr/>
        </p:nvSpPr>
        <p:spPr bwMode="auto">
          <a:xfrm>
            <a:off x="1600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37" name="Rectangle 69"/>
          <p:cNvSpPr>
            <a:spLocks noChangeArrowheads="1"/>
          </p:cNvSpPr>
          <p:nvPr/>
        </p:nvSpPr>
        <p:spPr bwMode="auto">
          <a:xfrm>
            <a:off x="1981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38" name="Rectangle 70"/>
          <p:cNvSpPr>
            <a:spLocks noChangeArrowheads="1"/>
          </p:cNvSpPr>
          <p:nvPr/>
        </p:nvSpPr>
        <p:spPr bwMode="auto">
          <a:xfrm>
            <a:off x="2362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39" name="Rectangle 71"/>
          <p:cNvSpPr>
            <a:spLocks noChangeArrowheads="1"/>
          </p:cNvSpPr>
          <p:nvPr/>
        </p:nvSpPr>
        <p:spPr bwMode="auto">
          <a:xfrm>
            <a:off x="2743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40" name="Rectangle 72"/>
          <p:cNvSpPr>
            <a:spLocks noChangeArrowheads="1"/>
          </p:cNvSpPr>
          <p:nvPr/>
        </p:nvSpPr>
        <p:spPr bwMode="auto">
          <a:xfrm>
            <a:off x="3124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41" name="Rectangle 73"/>
          <p:cNvSpPr>
            <a:spLocks noChangeArrowheads="1"/>
          </p:cNvSpPr>
          <p:nvPr/>
        </p:nvSpPr>
        <p:spPr bwMode="auto">
          <a:xfrm>
            <a:off x="3505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42" name="Rectangle 74"/>
          <p:cNvSpPr>
            <a:spLocks noChangeArrowheads="1"/>
          </p:cNvSpPr>
          <p:nvPr/>
        </p:nvSpPr>
        <p:spPr bwMode="auto">
          <a:xfrm>
            <a:off x="381000" y="4768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43" name="Rectangle 75"/>
          <p:cNvSpPr>
            <a:spLocks noChangeArrowheads="1"/>
          </p:cNvSpPr>
          <p:nvPr/>
        </p:nvSpPr>
        <p:spPr bwMode="auto">
          <a:xfrm>
            <a:off x="381000" y="2101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44" name="Rectangle 76"/>
          <p:cNvSpPr>
            <a:spLocks noChangeArrowheads="1"/>
          </p:cNvSpPr>
          <p:nvPr/>
        </p:nvSpPr>
        <p:spPr bwMode="auto">
          <a:xfrm>
            <a:off x="381000" y="2482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45" name="Rectangle 77"/>
          <p:cNvSpPr>
            <a:spLocks noChangeArrowheads="1"/>
          </p:cNvSpPr>
          <p:nvPr/>
        </p:nvSpPr>
        <p:spPr bwMode="auto">
          <a:xfrm>
            <a:off x="381000" y="2863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46" name="Rectangle 78"/>
          <p:cNvSpPr>
            <a:spLocks noChangeArrowheads="1"/>
          </p:cNvSpPr>
          <p:nvPr/>
        </p:nvSpPr>
        <p:spPr bwMode="auto">
          <a:xfrm>
            <a:off x="381000" y="3244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47" name="Rectangle 79"/>
          <p:cNvSpPr>
            <a:spLocks noChangeArrowheads="1"/>
          </p:cNvSpPr>
          <p:nvPr/>
        </p:nvSpPr>
        <p:spPr bwMode="auto">
          <a:xfrm>
            <a:off x="381000" y="3625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48" name="Rectangle 80"/>
          <p:cNvSpPr>
            <a:spLocks noChangeArrowheads="1"/>
          </p:cNvSpPr>
          <p:nvPr/>
        </p:nvSpPr>
        <p:spPr bwMode="auto">
          <a:xfrm>
            <a:off x="381000" y="4006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49" name="Rectangle 81"/>
          <p:cNvSpPr>
            <a:spLocks noChangeArrowheads="1"/>
          </p:cNvSpPr>
          <p:nvPr/>
        </p:nvSpPr>
        <p:spPr bwMode="auto">
          <a:xfrm>
            <a:off x="381000" y="4387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51" name="Rectangle 83"/>
          <p:cNvSpPr>
            <a:spLocks noChangeArrowheads="1"/>
          </p:cNvSpPr>
          <p:nvPr/>
        </p:nvSpPr>
        <p:spPr bwMode="auto">
          <a:xfrm>
            <a:off x="838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52" name="Rectangle 84"/>
          <p:cNvSpPr>
            <a:spLocks noChangeArrowheads="1"/>
          </p:cNvSpPr>
          <p:nvPr/>
        </p:nvSpPr>
        <p:spPr bwMode="auto">
          <a:xfrm>
            <a:off x="838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53" name="Rectangle 85"/>
          <p:cNvSpPr>
            <a:spLocks noChangeArrowheads="1"/>
          </p:cNvSpPr>
          <p:nvPr/>
        </p:nvSpPr>
        <p:spPr bwMode="auto">
          <a:xfrm>
            <a:off x="838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54" name="Rectangle 86"/>
          <p:cNvSpPr>
            <a:spLocks noChangeArrowheads="1"/>
          </p:cNvSpPr>
          <p:nvPr/>
        </p:nvSpPr>
        <p:spPr bwMode="auto">
          <a:xfrm>
            <a:off x="838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55" name="Rectangle 87"/>
          <p:cNvSpPr>
            <a:spLocks noChangeArrowheads="1"/>
          </p:cNvSpPr>
          <p:nvPr/>
        </p:nvSpPr>
        <p:spPr bwMode="auto">
          <a:xfrm>
            <a:off x="838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56" name="Rectangle 88"/>
          <p:cNvSpPr>
            <a:spLocks noChangeArrowheads="1"/>
          </p:cNvSpPr>
          <p:nvPr/>
        </p:nvSpPr>
        <p:spPr bwMode="auto">
          <a:xfrm>
            <a:off x="838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57" name="Rectangle 89"/>
          <p:cNvSpPr>
            <a:spLocks noChangeArrowheads="1"/>
          </p:cNvSpPr>
          <p:nvPr/>
        </p:nvSpPr>
        <p:spPr bwMode="auto">
          <a:xfrm>
            <a:off x="838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58" name="Rectangle 90"/>
          <p:cNvSpPr>
            <a:spLocks noChangeArrowheads="1"/>
          </p:cNvSpPr>
          <p:nvPr/>
        </p:nvSpPr>
        <p:spPr bwMode="auto">
          <a:xfrm>
            <a:off x="838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59" name="Rectangle 91"/>
          <p:cNvSpPr>
            <a:spLocks noChangeArrowheads="1"/>
          </p:cNvSpPr>
          <p:nvPr/>
        </p:nvSpPr>
        <p:spPr bwMode="auto">
          <a:xfrm>
            <a:off x="838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60" name="Rectangle 92"/>
          <p:cNvSpPr>
            <a:spLocks noChangeArrowheads="1"/>
          </p:cNvSpPr>
          <p:nvPr/>
        </p:nvSpPr>
        <p:spPr bwMode="auto">
          <a:xfrm>
            <a:off x="381000" y="5149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61" name="Rectangle 93"/>
          <p:cNvSpPr>
            <a:spLocks noChangeArrowheads="1"/>
          </p:cNvSpPr>
          <p:nvPr/>
        </p:nvSpPr>
        <p:spPr bwMode="auto">
          <a:xfrm>
            <a:off x="4267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62" name="Rectangle 94"/>
          <p:cNvSpPr>
            <a:spLocks noChangeArrowheads="1"/>
          </p:cNvSpPr>
          <p:nvPr/>
        </p:nvSpPr>
        <p:spPr bwMode="auto">
          <a:xfrm>
            <a:off x="4267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63" name="Rectangle 95"/>
          <p:cNvSpPr>
            <a:spLocks noChangeArrowheads="1"/>
          </p:cNvSpPr>
          <p:nvPr/>
        </p:nvSpPr>
        <p:spPr bwMode="auto">
          <a:xfrm>
            <a:off x="4267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64" name="Rectangle 96"/>
          <p:cNvSpPr>
            <a:spLocks noChangeArrowheads="1"/>
          </p:cNvSpPr>
          <p:nvPr/>
        </p:nvSpPr>
        <p:spPr bwMode="auto">
          <a:xfrm>
            <a:off x="4267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65" name="Rectangle 97"/>
          <p:cNvSpPr>
            <a:spLocks noChangeArrowheads="1"/>
          </p:cNvSpPr>
          <p:nvPr/>
        </p:nvSpPr>
        <p:spPr bwMode="auto">
          <a:xfrm>
            <a:off x="4267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66" name="Rectangle 98"/>
          <p:cNvSpPr>
            <a:spLocks noChangeArrowheads="1"/>
          </p:cNvSpPr>
          <p:nvPr/>
        </p:nvSpPr>
        <p:spPr bwMode="auto">
          <a:xfrm>
            <a:off x="4267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67" name="Rectangle 99"/>
          <p:cNvSpPr>
            <a:spLocks noChangeArrowheads="1"/>
          </p:cNvSpPr>
          <p:nvPr/>
        </p:nvSpPr>
        <p:spPr bwMode="auto">
          <a:xfrm>
            <a:off x="4267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68" name="Rectangle 100"/>
          <p:cNvSpPr>
            <a:spLocks noChangeArrowheads="1"/>
          </p:cNvSpPr>
          <p:nvPr/>
        </p:nvSpPr>
        <p:spPr bwMode="auto">
          <a:xfrm>
            <a:off x="4267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69" name="Rectangle 101"/>
          <p:cNvSpPr>
            <a:spLocks noChangeArrowheads="1"/>
          </p:cNvSpPr>
          <p:nvPr/>
        </p:nvSpPr>
        <p:spPr bwMode="auto">
          <a:xfrm>
            <a:off x="4267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70" name="Rectangle 102"/>
          <p:cNvSpPr>
            <a:spLocks noChangeArrowheads="1"/>
          </p:cNvSpPr>
          <p:nvPr/>
        </p:nvSpPr>
        <p:spPr bwMode="auto">
          <a:xfrm>
            <a:off x="1600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71" name="Rectangle 103"/>
          <p:cNvSpPr>
            <a:spLocks noChangeArrowheads="1"/>
          </p:cNvSpPr>
          <p:nvPr/>
        </p:nvSpPr>
        <p:spPr bwMode="auto">
          <a:xfrm>
            <a:off x="1981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72" name="Rectangle 104"/>
          <p:cNvSpPr>
            <a:spLocks noChangeArrowheads="1"/>
          </p:cNvSpPr>
          <p:nvPr/>
        </p:nvSpPr>
        <p:spPr bwMode="auto">
          <a:xfrm>
            <a:off x="2362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73" name="Rectangle 105"/>
          <p:cNvSpPr>
            <a:spLocks noChangeArrowheads="1"/>
          </p:cNvSpPr>
          <p:nvPr/>
        </p:nvSpPr>
        <p:spPr bwMode="auto">
          <a:xfrm>
            <a:off x="2743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74" name="Rectangle 106"/>
          <p:cNvSpPr>
            <a:spLocks noChangeArrowheads="1"/>
          </p:cNvSpPr>
          <p:nvPr/>
        </p:nvSpPr>
        <p:spPr bwMode="auto">
          <a:xfrm>
            <a:off x="3124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75" name="Rectangle 107"/>
          <p:cNvSpPr>
            <a:spLocks noChangeArrowheads="1"/>
          </p:cNvSpPr>
          <p:nvPr/>
        </p:nvSpPr>
        <p:spPr bwMode="auto">
          <a:xfrm>
            <a:off x="3505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76" name="Rectangle 108"/>
          <p:cNvSpPr>
            <a:spLocks noChangeArrowheads="1"/>
          </p:cNvSpPr>
          <p:nvPr/>
        </p:nvSpPr>
        <p:spPr bwMode="auto">
          <a:xfrm>
            <a:off x="3886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77" name="Rectangle 109"/>
          <p:cNvSpPr>
            <a:spLocks noChangeArrowheads="1"/>
          </p:cNvSpPr>
          <p:nvPr/>
        </p:nvSpPr>
        <p:spPr bwMode="auto">
          <a:xfrm>
            <a:off x="1219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78" name="Rectangle 110"/>
          <p:cNvSpPr>
            <a:spLocks noChangeArrowheads="1"/>
          </p:cNvSpPr>
          <p:nvPr/>
        </p:nvSpPr>
        <p:spPr bwMode="auto">
          <a:xfrm>
            <a:off x="838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79" name="Rectangle 111"/>
          <p:cNvSpPr>
            <a:spLocks noChangeArrowheads="1"/>
          </p:cNvSpPr>
          <p:nvPr/>
        </p:nvSpPr>
        <p:spPr bwMode="auto">
          <a:xfrm>
            <a:off x="4267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80" name="Rectangle 112"/>
          <p:cNvSpPr>
            <a:spLocks noChangeArrowheads="1"/>
          </p:cNvSpPr>
          <p:nvPr/>
        </p:nvSpPr>
        <p:spPr bwMode="auto">
          <a:xfrm>
            <a:off x="1600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81" name="Rectangle 113"/>
          <p:cNvSpPr>
            <a:spLocks noChangeArrowheads="1"/>
          </p:cNvSpPr>
          <p:nvPr/>
        </p:nvSpPr>
        <p:spPr bwMode="auto">
          <a:xfrm>
            <a:off x="1981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82" name="Rectangle 114"/>
          <p:cNvSpPr>
            <a:spLocks noChangeArrowheads="1"/>
          </p:cNvSpPr>
          <p:nvPr/>
        </p:nvSpPr>
        <p:spPr bwMode="auto">
          <a:xfrm>
            <a:off x="2362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83" name="Rectangle 115"/>
          <p:cNvSpPr>
            <a:spLocks noChangeArrowheads="1"/>
          </p:cNvSpPr>
          <p:nvPr/>
        </p:nvSpPr>
        <p:spPr bwMode="auto">
          <a:xfrm>
            <a:off x="2743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84" name="Rectangle 116"/>
          <p:cNvSpPr>
            <a:spLocks noChangeArrowheads="1"/>
          </p:cNvSpPr>
          <p:nvPr/>
        </p:nvSpPr>
        <p:spPr bwMode="auto">
          <a:xfrm>
            <a:off x="3124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85" name="Rectangle 117"/>
          <p:cNvSpPr>
            <a:spLocks noChangeArrowheads="1"/>
          </p:cNvSpPr>
          <p:nvPr/>
        </p:nvSpPr>
        <p:spPr bwMode="auto">
          <a:xfrm>
            <a:off x="3505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86" name="Rectangle 118"/>
          <p:cNvSpPr>
            <a:spLocks noChangeArrowheads="1"/>
          </p:cNvSpPr>
          <p:nvPr/>
        </p:nvSpPr>
        <p:spPr bwMode="auto">
          <a:xfrm>
            <a:off x="3886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87" name="Rectangle 119"/>
          <p:cNvSpPr>
            <a:spLocks noChangeArrowheads="1"/>
          </p:cNvSpPr>
          <p:nvPr/>
        </p:nvSpPr>
        <p:spPr bwMode="auto">
          <a:xfrm>
            <a:off x="1219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88" name="Rectangle 120"/>
          <p:cNvSpPr>
            <a:spLocks noChangeArrowheads="1"/>
          </p:cNvSpPr>
          <p:nvPr/>
        </p:nvSpPr>
        <p:spPr bwMode="auto">
          <a:xfrm>
            <a:off x="838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89" name="Rectangle 121"/>
          <p:cNvSpPr>
            <a:spLocks noChangeArrowheads="1"/>
          </p:cNvSpPr>
          <p:nvPr/>
        </p:nvSpPr>
        <p:spPr bwMode="auto">
          <a:xfrm>
            <a:off x="4267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90" name="Rectangle 122"/>
          <p:cNvSpPr>
            <a:spLocks noChangeArrowheads="1"/>
          </p:cNvSpPr>
          <p:nvPr/>
        </p:nvSpPr>
        <p:spPr bwMode="auto">
          <a:xfrm>
            <a:off x="381000" y="1720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84091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1850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092" name="Text Box 124"/>
          <p:cNvSpPr txBox="1">
            <a:spLocks noChangeArrowheads="1"/>
          </p:cNvSpPr>
          <p:nvPr/>
        </p:nvSpPr>
        <p:spPr bwMode="auto">
          <a:xfrm>
            <a:off x="53340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(1,2)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4093" name="Line 125"/>
          <p:cNvSpPr>
            <a:spLocks noChangeShapeType="1"/>
          </p:cNvSpPr>
          <p:nvPr/>
        </p:nvSpPr>
        <p:spPr bwMode="auto">
          <a:xfrm>
            <a:off x="5334000" y="1946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4094" name="Line 126"/>
          <p:cNvSpPr>
            <a:spLocks noChangeShapeType="1"/>
          </p:cNvSpPr>
          <p:nvPr/>
        </p:nvSpPr>
        <p:spPr bwMode="auto">
          <a:xfrm>
            <a:off x="5334000" y="2708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4095" name="AutoShape 127"/>
          <p:cNvSpPr>
            <a:spLocks noChangeArrowheads="1"/>
          </p:cNvSpPr>
          <p:nvPr/>
        </p:nvSpPr>
        <p:spPr bwMode="auto">
          <a:xfrm>
            <a:off x="4800600" y="727075"/>
            <a:ext cx="1143000" cy="1600200"/>
          </a:xfrm>
          <a:custGeom>
            <a:avLst/>
            <a:gdLst>
              <a:gd name="T0" fmla="*/ 310885 w 21600"/>
              <a:gd name="T1" fmla="*/ 1512189 h 21600"/>
              <a:gd name="T2" fmla="*/ 539380 w 21600"/>
              <a:gd name="T3" fmla="*/ 1511819 h 21600"/>
              <a:gd name="T4" fmla="*/ 367506 w 21600"/>
              <a:gd name="T5" fmla="*/ 1357429 h 21600"/>
              <a:gd name="T6" fmla="*/ 19156 w 21600"/>
              <a:gd name="T7" fmla="*/ 1434327 h 21600"/>
              <a:gd name="T8" fmla="*/ 47572 w 21600"/>
              <a:gd name="T9" fmla="*/ 1030499 h 21600"/>
              <a:gd name="T10" fmla="*/ 336074 w 21600"/>
              <a:gd name="T11" fmla="*/ 107035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4264" y="16160"/>
                </a:moveTo>
                <a:cubicBezTo>
                  <a:pt x="5751" y="17974"/>
                  <a:pt x="7926" y="19088"/>
                  <a:pt x="10267" y="19236"/>
                </a:cubicBezTo>
                <a:lnTo>
                  <a:pt x="10119" y="21578"/>
                </a:lnTo>
                <a:cubicBezTo>
                  <a:pt x="7128" y="21389"/>
                  <a:pt x="4350" y="19966"/>
                  <a:pt x="2449" y="17649"/>
                </a:cubicBezTo>
                <a:lnTo>
                  <a:pt x="362" y="19361"/>
                </a:lnTo>
                <a:lnTo>
                  <a:pt x="899" y="13910"/>
                </a:lnTo>
                <a:lnTo>
                  <a:pt x="6351" y="14448"/>
                </a:lnTo>
                <a:lnTo>
                  <a:pt x="4264" y="16160"/>
                </a:lnTo>
                <a:close/>
              </a:path>
            </a:pathLst>
          </a:custGeom>
          <a:solidFill>
            <a:schemeClr val="folHlink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96" name="AutoShape 128"/>
          <p:cNvSpPr>
            <a:spLocks noChangeArrowheads="1"/>
          </p:cNvSpPr>
          <p:nvPr/>
        </p:nvSpPr>
        <p:spPr bwMode="auto">
          <a:xfrm>
            <a:off x="8305800" y="1489075"/>
            <a:ext cx="762000" cy="838200"/>
          </a:xfrm>
          <a:custGeom>
            <a:avLst/>
            <a:gdLst>
              <a:gd name="T0" fmla="*/ 732331 w 21600"/>
              <a:gd name="T1" fmla="*/ 581230 h 21600"/>
              <a:gd name="T2" fmla="*/ 578485 w 21600"/>
              <a:gd name="T3" fmla="*/ 192708 h 21600"/>
              <a:gd name="T4" fmla="*/ 555660 w 21600"/>
              <a:gd name="T5" fmla="*/ 499699 h 21600"/>
              <a:gd name="T6" fmla="*/ 366889 w 21600"/>
              <a:gd name="T7" fmla="*/ 942742 h 21600"/>
              <a:gd name="T8" fmla="*/ 181575 w 21600"/>
              <a:gd name="T9" fmla="*/ 726479 h 21600"/>
              <a:gd name="T10" fmla="*/ 378178 w 21600"/>
              <a:gd name="T11" fmla="*/ 52263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641" y="16167"/>
                </a:moveTo>
                <a:cubicBezTo>
                  <a:pt x="10693" y="16169"/>
                  <a:pt x="10746" y="16170"/>
                  <a:pt x="10800" y="16170"/>
                </a:cubicBezTo>
                <a:cubicBezTo>
                  <a:pt x="13765" y="16170"/>
                  <a:pt x="16170" y="13765"/>
                  <a:pt x="16170" y="10800"/>
                </a:cubicBezTo>
                <a:cubicBezTo>
                  <a:pt x="16170" y="9337"/>
                  <a:pt x="15573" y="7938"/>
                  <a:pt x="14518" y="6925"/>
                </a:cubicBezTo>
                <a:lnTo>
                  <a:pt x="18278" y="3008"/>
                </a:lnTo>
                <a:cubicBezTo>
                  <a:pt x="20400" y="5044"/>
                  <a:pt x="21600" y="7858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693" y="21600"/>
                  <a:pt x="10586" y="21598"/>
                  <a:pt x="10480" y="21595"/>
                </a:cubicBezTo>
                <a:lnTo>
                  <a:pt x="10400" y="24294"/>
                </a:lnTo>
                <a:lnTo>
                  <a:pt x="5147" y="18721"/>
                </a:lnTo>
                <a:lnTo>
                  <a:pt x="10720" y="13468"/>
                </a:lnTo>
                <a:lnTo>
                  <a:pt x="10641" y="16167"/>
                </a:lnTo>
                <a:close/>
              </a:path>
            </a:pathLst>
          </a:cu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97" name="Text Box 129"/>
          <p:cNvSpPr txBox="1">
            <a:spLocks noChangeArrowheads="1"/>
          </p:cNvSpPr>
          <p:nvPr/>
        </p:nvSpPr>
        <p:spPr bwMode="auto">
          <a:xfrm>
            <a:off x="61722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(2,1)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1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1219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1600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1981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2362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2743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999" name="Rectangle 7"/>
          <p:cNvSpPr>
            <a:spLocks noChangeArrowheads="1"/>
          </p:cNvSpPr>
          <p:nvPr/>
        </p:nvSpPr>
        <p:spPr bwMode="auto">
          <a:xfrm>
            <a:off x="3124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00" name="Rectangle 8"/>
          <p:cNvSpPr>
            <a:spLocks noChangeArrowheads="1"/>
          </p:cNvSpPr>
          <p:nvPr/>
        </p:nvSpPr>
        <p:spPr bwMode="auto">
          <a:xfrm>
            <a:off x="3505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01" name="Rectangle 9"/>
          <p:cNvSpPr>
            <a:spLocks noChangeArrowheads="1"/>
          </p:cNvSpPr>
          <p:nvPr/>
        </p:nvSpPr>
        <p:spPr bwMode="auto">
          <a:xfrm>
            <a:off x="3886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02" name="Rectangle 10"/>
          <p:cNvSpPr>
            <a:spLocks noChangeArrowheads="1"/>
          </p:cNvSpPr>
          <p:nvPr/>
        </p:nvSpPr>
        <p:spPr bwMode="auto">
          <a:xfrm>
            <a:off x="1219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03" name="Rectangle 11"/>
          <p:cNvSpPr>
            <a:spLocks noChangeArrowheads="1"/>
          </p:cNvSpPr>
          <p:nvPr/>
        </p:nvSpPr>
        <p:spPr bwMode="auto">
          <a:xfrm>
            <a:off x="1600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04" name="Rectangle 12"/>
          <p:cNvSpPr>
            <a:spLocks noChangeArrowheads="1"/>
          </p:cNvSpPr>
          <p:nvPr/>
        </p:nvSpPr>
        <p:spPr bwMode="auto">
          <a:xfrm>
            <a:off x="1981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05" name="Rectangle 13"/>
          <p:cNvSpPr>
            <a:spLocks noChangeArrowheads="1"/>
          </p:cNvSpPr>
          <p:nvPr/>
        </p:nvSpPr>
        <p:spPr bwMode="auto">
          <a:xfrm>
            <a:off x="2362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06" name="Rectangle 14"/>
          <p:cNvSpPr>
            <a:spLocks noChangeArrowheads="1"/>
          </p:cNvSpPr>
          <p:nvPr/>
        </p:nvSpPr>
        <p:spPr bwMode="auto">
          <a:xfrm>
            <a:off x="2743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07" name="Rectangle 15"/>
          <p:cNvSpPr>
            <a:spLocks noChangeArrowheads="1"/>
          </p:cNvSpPr>
          <p:nvPr/>
        </p:nvSpPr>
        <p:spPr bwMode="auto">
          <a:xfrm>
            <a:off x="3124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08" name="Rectangle 16"/>
          <p:cNvSpPr>
            <a:spLocks noChangeArrowheads="1"/>
          </p:cNvSpPr>
          <p:nvPr/>
        </p:nvSpPr>
        <p:spPr bwMode="auto">
          <a:xfrm>
            <a:off x="3505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09" name="Rectangle 17"/>
          <p:cNvSpPr>
            <a:spLocks noChangeArrowheads="1"/>
          </p:cNvSpPr>
          <p:nvPr/>
        </p:nvSpPr>
        <p:spPr bwMode="auto">
          <a:xfrm>
            <a:off x="3886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10" name="Rectangle 18"/>
          <p:cNvSpPr>
            <a:spLocks noChangeArrowheads="1"/>
          </p:cNvSpPr>
          <p:nvPr/>
        </p:nvSpPr>
        <p:spPr bwMode="auto">
          <a:xfrm>
            <a:off x="1219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11" name="Rectangle 19"/>
          <p:cNvSpPr>
            <a:spLocks noChangeArrowheads="1"/>
          </p:cNvSpPr>
          <p:nvPr/>
        </p:nvSpPr>
        <p:spPr bwMode="auto">
          <a:xfrm>
            <a:off x="1600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12" name="Rectangle 20"/>
          <p:cNvSpPr>
            <a:spLocks noChangeArrowheads="1"/>
          </p:cNvSpPr>
          <p:nvPr/>
        </p:nvSpPr>
        <p:spPr bwMode="auto">
          <a:xfrm>
            <a:off x="1981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13" name="Rectangle 21"/>
          <p:cNvSpPr>
            <a:spLocks noChangeArrowheads="1"/>
          </p:cNvSpPr>
          <p:nvPr/>
        </p:nvSpPr>
        <p:spPr bwMode="auto">
          <a:xfrm>
            <a:off x="2362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14" name="Rectangle 22"/>
          <p:cNvSpPr>
            <a:spLocks noChangeArrowheads="1"/>
          </p:cNvSpPr>
          <p:nvPr/>
        </p:nvSpPr>
        <p:spPr bwMode="auto">
          <a:xfrm>
            <a:off x="2743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15" name="Rectangle 23"/>
          <p:cNvSpPr>
            <a:spLocks noChangeArrowheads="1"/>
          </p:cNvSpPr>
          <p:nvPr/>
        </p:nvSpPr>
        <p:spPr bwMode="auto">
          <a:xfrm>
            <a:off x="3124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16" name="Rectangle 24"/>
          <p:cNvSpPr>
            <a:spLocks noChangeArrowheads="1"/>
          </p:cNvSpPr>
          <p:nvPr/>
        </p:nvSpPr>
        <p:spPr bwMode="auto">
          <a:xfrm>
            <a:off x="3505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17" name="Rectangle 25"/>
          <p:cNvSpPr>
            <a:spLocks noChangeArrowheads="1"/>
          </p:cNvSpPr>
          <p:nvPr/>
        </p:nvSpPr>
        <p:spPr bwMode="auto">
          <a:xfrm>
            <a:off x="3886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18" name="Rectangle 26"/>
          <p:cNvSpPr>
            <a:spLocks noChangeArrowheads="1"/>
          </p:cNvSpPr>
          <p:nvPr/>
        </p:nvSpPr>
        <p:spPr bwMode="auto">
          <a:xfrm>
            <a:off x="1219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19" name="Rectangle 27"/>
          <p:cNvSpPr>
            <a:spLocks noChangeArrowheads="1"/>
          </p:cNvSpPr>
          <p:nvPr/>
        </p:nvSpPr>
        <p:spPr bwMode="auto">
          <a:xfrm>
            <a:off x="1600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20" name="Rectangle 28"/>
          <p:cNvSpPr>
            <a:spLocks noChangeArrowheads="1"/>
          </p:cNvSpPr>
          <p:nvPr/>
        </p:nvSpPr>
        <p:spPr bwMode="auto">
          <a:xfrm>
            <a:off x="1981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21" name="Rectangle 29"/>
          <p:cNvSpPr>
            <a:spLocks noChangeArrowheads="1"/>
          </p:cNvSpPr>
          <p:nvPr/>
        </p:nvSpPr>
        <p:spPr bwMode="auto">
          <a:xfrm>
            <a:off x="2362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22" name="Rectangle 30"/>
          <p:cNvSpPr>
            <a:spLocks noChangeArrowheads="1"/>
          </p:cNvSpPr>
          <p:nvPr/>
        </p:nvSpPr>
        <p:spPr bwMode="auto">
          <a:xfrm>
            <a:off x="2743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23" name="Rectangle 31"/>
          <p:cNvSpPr>
            <a:spLocks noChangeArrowheads="1"/>
          </p:cNvSpPr>
          <p:nvPr/>
        </p:nvSpPr>
        <p:spPr bwMode="auto">
          <a:xfrm>
            <a:off x="3124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24" name="Rectangle 32"/>
          <p:cNvSpPr>
            <a:spLocks noChangeArrowheads="1"/>
          </p:cNvSpPr>
          <p:nvPr/>
        </p:nvSpPr>
        <p:spPr bwMode="auto">
          <a:xfrm>
            <a:off x="3505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25" name="Rectangle 33"/>
          <p:cNvSpPr>
            <a:spLocks noChangeArrowheads="1"/>
          </p:cNvSpPr>
          <p:nvPr/>
        </p:nvSpPr>
        <p:spPr bwMode="auto">
          <a:xfrm>
            <a:off x="3886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26" name="Rectangle 34"/>
          <p:cNvSpPr>
            <a:spLocks noChangeArrowheads="1"/>
          </p:cNvSpPr>
          <p:nvPr/>
        </p:nvSpPr>
        <p:spPr bwMode="auto">
          <a:xfrm>
            <a:off x="1219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27" name="Rectangle 35"/>
          <p:cNvSpPr>
            <a:spLocks noChangeArrowheads="1"/>
          </p:cNvSpPr>
          <p:nvPr/>
        </p:nvSpPr>
        <p:spPr bwMode="auto">
          <a:xfrm>
            <a:off x="1600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28" name="Rectangle 36"/>
          <p:cNvSpPr>
            <a:spLocks noChangeArrowheads="1"/>
          </p:cNvSpPr>
          <p:nvPr/>
        </p:nvSpPr>
        <p:spPr bwMode="auto">
          <a:xfrm>
            <a:off x="1981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29" name="Rectangle 37"/>
          <p:cNvSpPr>
            <a:spLocks noChangeArrowheads="1"/>
          </p:cNvSpPr>
          <p:nvPr/>
        </p:nvSpPr>
        <p:spPr bwMode="auto">
          <a:xfrm>
            <a:off x="2362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30" name="Rectangle 38"/>
          <p:cNvSpPr>
            <a:spLocks noChangeArrowheads="1"/>
          </p:cNvSpPr>
          <p:nvPr/>
        </p:nvSpPr>
        <p:spPr bwMode="auto">
          <a:xfrm>
            <a:off x="2743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31" name="Rectangle 39"/>
          <p:cNvSpPr>
            <a:spLocks noChangeArrowheads="1"/>
          </p:cNvSpPr>
          <p:nvPr/>
        </p:nvSpPr>
        <p:spPr bwMode="auto">
          <a:xfrm>
            <a:off x="3124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32" name="Rectangle 40"/>
          <p:cNvSpPr>
            <a:spLocks noChangeArrowheads="1"/>
          </p:cNvSpPr>
          <p:nvPr/>
        </p:nvSpPr>
        <p:spPr bwMode="auto">
          <a:xfrm>
            <a:off x="3505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33" name="Rectangle 41"/>
          <p:cNvSpPr>
            <a:spLocks noChangeArrowheads="1"/>
          </p:cNvSpPr>
          <p:nvPr/>
        </p:nvSpPr>
        <p:spPr bwMode="auto">
          <a:xfrm>
            <a:off x="3886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34" name="Rectangle 42"/>
          <p:cNvSpPr>
            <a:spLocks noChangeArrowheads="1"/>
          </p:cNvSpPr>
          <p:nvPr/>
        </p:nvSpPr>
        <p:spPr bwMode="auto">
          <a:xfrm>
            <a:off x="1219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35" name="Rectangle 43"/>
          <p:cNvSpPr>
            <a:spLocks noChangeArrowheads="1"/>
          </p:cNvSpPr>
          <p:nvPr/>
        </p:nvSpPr>
        <p:spPr bwMode="auto">
          <a:xfrm>
            <a:off x="1600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36" name="Rectangle 44"/>
          <p:cNvSpPr>
            <a:spLocks noChangeArrowheads="1"/>
          </p:cNvSpPr>
          <p:nvPr/>
        </p:nvSpPr>
        <p:spPr bwMode="auto">
          <a:xfrm>
            <a:off x="1981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37" name="Rectangle 45"/>
          <p:cNvSpPr>
            <a:spLocks noChangeArrowheads="1"/>
          </p:cNvSpPr>
          <p:nvPr/>
        </p:nvSpPr>
        <p:spPr bwMode="auto">
          <a:xfrm>
            <a:off x="2362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38" name="Rectangle 46"/>
          <p:cNvSpPr>
            <a:spLocks noChangeArrowheads="1"/>
          </p:cNvSpPr>
          <p:nvPr/>
        </p:nvSpPr>
        <p:spPr bwMode="auto">
          <a:xfrm>
            <a:off x="2743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39" name="Rectangle 47"/>
          <p:cNvSpPr>
            <a:spLocks noChangeArrowheads="1"/>
          </p:cNvSpPr>
          <p:nvPr/>
        </p:nvSpPr>
        <p:spPr bwMode="auto">
          <a:xfrm>
            <a:off x="3124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40" name="Rectangle 48"/>
          <p:cNvSpPr>
            <a:spLocks noChangeArrowheads="1"/>
          </p:cNvSpPr>
          <p:nvPr/>
        </p:nvSpPr>
        <p:spPr bwMode="auto">
          <a:xfrm>
            <a:off x="3505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41" name="Rectangle 49"/>
          <p:cNvSpPr>
            <a:spLocks noChangeArrowheads="1"/>
          </p:cNvSpPr>
          <p:nvPr/>
        </p:nvSpPr>
        <p:spPr bwMode="auto">
          <a:xfrm>
            <a:off x="3886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42" name="Rectangle 50"/>
          <p:cNvSpPr>
            <a:spLocks noChangeArrowheads="1"/>
          </p:cNvSpPr>
          <p:nvPr/>
        </p:nvSpPr>
        <p:spPr bwMode="auto">
          <a:xfrm>
            <a:off x="1219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43" name="Rectangle 51"/>
          <p:cNvSpPr>
            <a:spLocks noChangeArrowheads="1"/>
          </p:cNvSpPr>
          <p:nvPr/>
        </p:nvSpPr>
        <p:spPr bwMode="auto">
          <a:xfrm>
            <a:off x="1600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44" name="Rectangle 52"/>
          <p:cNvSpPr>
            <a:spLocks noChangeArrowheads="1"/>
          </p:cNvSpPr>
          <p:nvPr/>
        </p:nvSpPr>
        <p:spPr bwMode="auto">
          <a:xfrm>
            <a:off x="1981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45" name="Rectangle 53"/>
          <p:cNvSpPr>
            <a:spLocks noChangeArrowheads="1"/>
          </p:cNvSpPr>
          <p:nvPr/>
        </p:nvSpPr>
        <p:spPr bwMode="auto">
          <a:xfrm>
            <a:off x="2362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46" name="Rectangle 54"/>
          <p:cNvSpPr>
            <a:spLocks noChangeArrowheads="1"/>
          </p:cNvSpPr>
          <p:nvPr/>
        </p:nvSpPr>
        <p:spPr bwMode="auto">
          <a:xfrm>
            <a:off x="2743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47" name="Rectangle 55"/>
          <p:cNvSpPr>
            <a:spLocks noChangeArrowheads="1"/>
          </p:cNvSpPr>
          <p:nvPr/>
        </p:nvSpPr>
        <p:spPr bwMode="auto">
          <a:xfrm>
            <a:off x="3124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48" name="Rectangle 56"/>
          <p:cNvSpPr>
            <a:spLocks noChangeArrowheads="1"/>
          </p:cNvSpPr>
          <p:nvPr/>
        </p:nvSpPr>
        <p:spPr bwMode="auto">
          <a:xfrm>
            <a:off x="3505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49" name="Rectangle 57"/>
          <p:cNvSpPr>
            <a:spLocks noChangeArrowheads="1"/>
          </p:cNvSpPr>
          <p:nvPr/>
        </p:nvSpPr>
        <p:spPr bwMode="auto">
          <a:xfrm>
            <a:off x="3886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50" name="Rectangle 58"/>
          <p:cNvSpPr>
            <a:spLocks noChangeArrowheads="1"/>
          </p:cNvSpPr>
          <p:nvPr/>
        </p:nvSpPr>
        <p:spPr bwMode="auto">
          <a:xfrm>
            <a:off x="1219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51" name="Rectangle 59"/>
          <p:cNvSpPr>
            <a:spLocks noChangeArrowheads="1"/>
          </p:cNvSpPr>
          <p:nvPr/>
        </p:nvSpPr>
        <p:spPr bwMode="auto">
          <a:xfrm>
            <a:off x="1600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52" name="Rectangle 60"/>
          <p:cNvSpPr>
            <a:spLocks noChangeArrowheads="1"/>
          </p:cNvSpPr>
          <p:nvPr/>
        </p:nvSpPr>
        <p:spPr bwMode="auto">
          <a:xfrm>
            <a:off x="1981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53" name="Rectangle 61"/>
          <p:cNvSpPr>
            <a:spLocks noChangeArrowheads="1"/>
          </p:cNvSpPr>
          <p:nvPr/>
        </p:nvSpPr>
        <p:spPr bwMode="auto">
          <a:xfrm>
            <a:off x="2362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54" name="Rectangle 62"/>
          <p:cNvSpPr>
            <a:spLocks noChangeArrowheads="1"/>
          </p:cNvSpPr>
          <p:nvPr/>
        </p:nvSpPr>
        <p:spPr bwMode="auto">
          <a:xfrm>
            <a:off x="2743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55" name="Rectangle 63"/>
          <p:cNvSpPr>
            <a:spLocks noChangeArrowheads="1"/>
          </p:cNvSpPr>
          <p:nvPr/>
        </p:nvSpPr>
        <p:spPr bwMode="auto">
          <a:xfrm>
            <a:off x="3124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56" name="Rectangle 64"/>
          <p:cNvSpPr>
            <a:spLocks noChangeArrowheads="1"/>
          </p:cNvSpPr>
          <p:nvPr/>
        </p:nvSpPr>
        <p:spPr bwMode="auto">
          <a:xfrm>
            <a:off x="3505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57" name="Rectangle 65"/>
          <p:cNvSpPr>
            <a:spLocks noChangeArrowheads="1"/>
          </p:cNvSpPr>
          <p:nvPr/>
        </p:nvSpPr>
        <p:spPr bwMode="auto">
          <a:xfrm>
            <a:off x="3894138" y="3630613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58" name="Rectangle 66"/>
          <p:cNvSpPr>
            <a:spLocks noChangeArrowheads="1"/>
          </p:cNvSpPr>
          <p:nvPr/>
        </p:nvSpPr>
        <p:spPr bwMode="auto">
          <a:xfrm>
            <a:off x="3886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59" name="Rectangle 67"/>
          <p:cNvSpPr>
            <a:spLocks noChangeArrowheads="1"/>
          </p:cNvSpPr>
          <p:nvPr/>
        </p:nvSpPr>
        <p:spPr bwMode="auto">
          <a:xfrm>
            <a:off x="1219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60" name="Rectangle 68"/>
          <p:cNvSpPr>
            <a:spLocks noChangeArrowheads="1"/>
          </p:cNvSpPr>
          <p:nvPr/>
        </p:nvSpPr>
        <p:spPr bwMode="auto">
          <a:xfrm>
            <a:off x="1600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61" name="Rectangle 69"/>
          <p:cNvSpPr>
            <a:spLocks noChangeArrowheads="1"/>
          </p:cNvSpPr>
          <p:nvPr/>
        </p:nvSpPr>
        <p:spPr bwMode="auto">
          <a:xfrm>
            <a:off x="1981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62" name="Rectangle 70"/>
          <p:cNvSpPr>
            <a:spLocks noChangeArrowheads="1"/>
          </p:cNvSpPr>
          <p:nvPr/>
        </p:nvSpPr>
        <p:spPr bwMode="auto">
          <a:xfrm>
            <a:off x="2362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63" name="Rectangle 71"/>
          <p:cNvSpPr>
            <a:spLocks noChangeArrowheads="1"/>
          </p:cNvSpPr>
          <p:nvPr/>
        </p:nvSpPr>
        <p:spPr bwMode="auto">
          <a:xfrm>
            <a:off x="2743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64" name="Rectangle 72"/>
          <p:cNvSpPr>
            <a:spLocks noChangeArrowheads="1"/>
          </p:cNvSpPr>
          <p:nvPr/>
        </p:nvSpPr>
        <p:spPr bwMode="auto">
          <a:xfrm>
            <a:off x="3124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65" name="Rectangle 73"/>
          <p:cNvSpPr>
            <a:spLocks noChangeArrowheads="1"/>
          </p:cNvSpPr>
          <p:nvPr/>
        </p:nvSpPr>
        <p:spPr bwMode="auto">
          <a:xfrm>
            <a:off x="3505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66" name="Rectangle 74"/>
          <p:cNvSpPr>
            <a:spLocks noChangeArrowheads="1"/>
          </p:cNvSpPr>
          <p:nvPr/>
        </p:nvSpPr>
        <p:spPr bwMode="auto">
          <a:xfrm>
            <a:off x="381000" y="4768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67" name="Rectangle 75"/>
          <p:cNvSpPr>
            <a:spLocks noChangeArrowheads="1"/>
          </p:cNvSpPr>
          <p:nvPr/>
        </p:nvSpPr>
        <p:spPr bwMode="auto">
          <a:xfrm>
            <a:off x="381000" y="2101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68" name="Rectangle 76"/>
          <p:cNvSpPr>
            <a:spLocks noChangeArrowheads="1"/>
          </p:cNvSpPr>
          <p:nvPr/>
        </p:nvSpPr>
        <p:spPr bwMode="auto">
          <a:xfrm>
            <a:off x="381000" y="2482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69" name="Rectangle 77"/>
          <p:cNvSpPr>
            <a:spLocks noChangeArrowheads="1"/>
          </p:cNvSpPr>
          <p:nvPr/>
        </p:nvSpPr>
        <p:spPr bwMode="auto">
          <a:xfrm>
            <a:off x="381000" y="2863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70" name="Rectangle 78"/>
          <p:cNvSpPr>
            <a:spLocks noChangeArrowheads="1"/>
          </p:cNvSpPr>
          <p:nvPr/>
        </p:nvSpPr>
        <p:spPr bwMode="auto">
          <a:xfrm>
            <a:off x="381000" y="3244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71" name="Rectangle 79"/>
          <p:cNvSpPr>
            <a:spLocks noChangeArrowheads="1"/>
          </p:cNvSpPr>
          <p:nvPr/>
        </p:nvSpPr>
        <p:spPr bwMode="auto">
          <a:xfrm>
            <a:off x="381000" y="3625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72" name="Rectangle 80"/>
          <p:cNvSpPr>
            <a:spLocks noChangeArrowheads="1"/>
          </p:cNvSpPr>
          <p:nvPr/>
        </p:nvSpPr>
        <p:spPr bwMode="auto">
          <a:xfrm>
            <a:off x="381000" y="4006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73" name="Rectangle 81"/>
          <p:cNvSpPr>
            <a:spLocks noChangeArrowheads="1"/>
          </p:cNvSpPr>
          <p:nvPr/>
        </p:nvSpPr>
        <p:spPr bwMode="auto">
          <a:xfrm>
            <a:off x="381000" y="4387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75" name="Rectangle 83"/>
          <p:cNvSpPr>
            <a:spLocks noChangeArrowheads="1"/>
          </p:cNvSpPr>
          <p:nvPr/>
        </p:nvSpPr>
        <p:spPr bwMode="auto">
          <a:xfrm>
            <a:off x="838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76" name="Rectangle 84"/>
          <p:cNvSpPr>
            <a:spLocks noChangeArrowheads="1"/>
          </p:cNvSpPr>
          <p:nvPr/>
        </p:nvSpPr>
        <p:spPr bwMode="auto">
          <a:xfrm>
            <a:off x="838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77" name="Rectangle 85"/>
          <p:cNvSpPr>
            <a:spLocks noChangeArrowheads="1"/>
          </p:cNvSpPr>
          <p:nvPr/>
        </p:nvSpPr>
        <p:spPr bwMode="auto">
          <a:xfrm>
            <a:off x="838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78" name="Rectangle 86"/>
          <p:cNvSpPr>
            <a:spLocks noChangeArrowheads="1"/>
          </p:cNvSpPr>
          <p:nvPr/>
        </p:nvSpPr>
        <p:spPr bwMode="auto">
          <a:xfrm>
            <a:off x="838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79" name="Rectangle 87"/>
          <p:cNvSpPr>
            <a:spLocks noChangeArrowheads="1"/>
          </p:cNvSpPr>
          <p:nvPr/>
        </p:nvSpPr>
        <p:spPr bwMode="auto">
          <a:xfrm>
            <a:off x="838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80" name="Rectangle 88"/>
          <p:cNvSpPr>
            <a:spLocks noChangeArrowheads="1"/>
          </p:cNvSpPr>
          <p:nvPr/>
        </p:nvSpPr>
        <p:spPr bwMode="auto">
          <a:xfrm>
            <a:off x="838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81" name="Rectangle 89"/>
          <p:cNvSpPr>
            <a:spLocks noChangeArrowheads="1"/>
          </p:cNvSpPr>
          <p:nvPr/>
        </p:nvSpPr>
        <p:spPr bwMode="auto">
          <a:xfrm>
            <a:off x="838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82" name="Rectangle 90"/>
          <p:cNvSpPr>
            <a:spLocks noChangeArrowheads="1"/>
          </p:cNvSpPr>
          <p:nvPr/>
        </p:nvSpPr>
        <p:spPr bwMode="auto">
          <a:xfrm>
            <a:off x="838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83" name="Rectangle 91"/>
          <p:cNvSpPr>
            <a:spLocks noChangeArrowheads="1"/>
          </p:cNvSpPr>
          <p:nvPr/>
        </p:nvSpPr>
        <p:spPr bwMode="auto">
          <a:xfrm>
            <a:off x="838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84" name="Rectangle 92"/>
          <p:cNvSpPr>
            <a:spLocks noChangeArrowheads="1"/>
          </p:cNvSpPr>
          <p:nvPr/>
        </p:nvSpPr>
        <p:spPr bwMode="auto">
          <a:xfrm>
            <a:off x="381000" y="5149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085" name="Rectangle 93"/>
          <p:cNvSpPr>
            <a:spLocks noChangeArrowheads="1"/>
          </p:cNvSpPr>
          <p:nvPr/>
        </p:nvSpPr>
        <p:spPr bwMode="auto">
          <a:xfrm>
            <a:off x="4267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86" name="Rectangle 94"/>
          <p:cNvSpPr>
            <a:spLocks noChangeArrowheads="1"/>
          </p:cNvSpPr>
          <p:nvPr/>
        </p:nvSpPr>
        <p:spPr bwMode="auto">
          <a:xfrm>
            <a:off x="4267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87" name="Rectangle 95"/>
          <p:cNvSpPr>
            <a:spLocks noChangeArrowheads="1"/>
          </p:cNvSpPr>
          <p:nvPr/>
        </p:nvSpPr>
        <p:spPr bwMode="auto">
          <a:xfrm>
            <a:off x="4267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88" name="Rectangle 96"/>
          <p:cNvSpPr>
            <a:spLocks noChangeArrowheads="1"/>
          </p:cNvSpPr>
          <p:nvPr/>
        </p:nvSpPr>
        <p:spPr bwMode="auto">
          <a:xfrm>
            <a:off x="4267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89" name="Rectangle 97"/>
          <p:cNvSpPr>
            <a:spLocks noChangeArrowheads="1"/>
          </p:cNvSpPr>
          <p:nvPr/>
        </p:nvSpPr>
        <p:spPr bwMode="auto">
          <a:xfrm>
            <a:off x="4267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90" name="Rectangle 98"/>
          <p:cNvSpPr>
            <a:spLocks noChangeArrowheads="1"/>
          </p:cNvSpPr>
          <p:nvPr/>
        </p:nvSpPr>
        <p:spPr bwMode="auto">
          <a:xfrm>
            <a:off x="4267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91" name="Rectangle 99"/>
          <p:cNvSpPr>
            <a:spLocks noChangeArrowheads="1"/>
          </p:cNvSpPr>
          <p:nvPr/>
        </p:nvSpPr>
        <p:spPr bwMode="auto">
          <a:xfrm>
            <a:off x="4267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92" name="Rectangle 100"/>
          <p:cNvSpPr>
            <a:spLocks noChangeArrowheads="1"/>
          </p:cNvSpPr>
          <p:nvPr/>
        </p:nvSpPr>
        <p:spPr bwMode="auto">
          <a:xfrm>
            <a:off x="4267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93" name="Rectangle 101"/>
          <p:cNvSpPr>
            <a:spLocks noChangeArrowheads="1"/>
          </p:cNvSpPr>
          <p:nvPr/>
        </p:nvSpPr>
        <p:spPr bwMode="auto">
          <a:xfrm>
            <a:off x="4267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94" name="Rectangle 102"/>
          <p:cNvSpPr>
            <a:spLocks noChangeArrowheads="1"/>
          </p:cNvSpPr>
          <p:nvPr/>
        </p:nvSpPr>
        <p:spPr bwMode="auto">
          <a:xfrm>
            <a:off x="1600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95" name="Rectangle 103"/>
          <p:cNvSpPr>
            <a:spLocks noChangeArrowheads="1"/>
          </p:cNvSpPr>
          <p:nvPr/>
        </p:nvSpPr>
        <p:spPr bwMode="auto">
          <a:xfrm>
            <a:off x="1981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96" name="Rectangle 104"/>
          <p:cNvSpPr>
            <a:spLocks noChangeArrowheads="1"/>
          </p:cNvSpPr>
          <p:nvPr/>
        </p:nvSpPr>
        <p:spPr bwMode="auto">
          <a:xfrm>
            <a:off x="2362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97" name="Rectangle 105"/>
          <p:cNvSpPr>
            <a:spLocks noChangeArrowheads="1"/>
          </p:cNvSpPr>
          <p:nvPr/>
        </p:nvSpPr>
        <p:spPr bwMode="auto">
          <a:xfrm>
            <a:off x="2743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98" name="Rectangle 106"/>
          <p:cNvSpPr>
            <a:spLocks noChangeArrowheads="1"/>
          </p:cNvSpPr>
          <p:nvPr/>
        </p:nvSpPr>
        <p:spPr bwMode="auto">
          <a:xfrm>
            <a:off x="3124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099" name="Rectangle 107"/>
          <p:cNvSpPr>
            <a:spLocks noChangeArrowheads="1"/>
          </p:cNvSpPr>
          <p:nvPr/>
        </p:nvSpPr>
        <p:spPr bwMode="auto">
          <a:xfrm>
            <a:off x="3505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00" name="Rectangle 108"/>
          <p:cNvSpPr>
            <a:spLocks noChangeArrowheads="1"/>
          </p:cNvSpPr>
          <p:nvPr/>
        </p:nvSpPr>
        <p:spPr bwMode="auto">
          <a:xfrm>
            <a:off x="3886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01" name="Rectangle 109"/>
          <p:cNvSpPr>
            <a:spLocks noChangeArrowheads="1"/>
          </p:cNvSpPr>
          <p:nvPr/>
        </p:nvSpPr>
        <p:spPr bwMode="auto">
          <a:xfrm>
            <a:off x="1219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02" name="Rectangle 110"/>
          <p:cNvSpPr>
            <a:spLocks noChangeArrowheads="1"/>
          </p:cNvSpPr>
          <p:nvPr/>
        </p:nvSpPr>
        <p:spPr bwMode="auto">
          <a:xfrm>
            <a:off x="838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03" name="Rectangle 111"/>
          <p:cNvSpPr>
            <a:spLocks noChangeArrowheads="1"/>
          </p:cNvSpPr>
          <p:nvPr/>
        </p:nvSpPr>
        <p:spPr bwMode="auto">
          <a:xfrm>
            <a:off x="4267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04" name="Rectangle 112"/>
          <p:cNvSpPr>
            <a:spLocks noChangeArrowheads="1"/>
          </p:cNvSpPr>
          <p:nvPr/>
        </p:nvSpPr>
        <p:spPr bwMode="auto">
          <a:xfrm>
            <a:off x="1600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05" name="Rectangle 113"/>
          <p:cNvSpPr>
            <a:spLocks noChangeArrowheads="1"/>
          </p:cNvSpPr>
          <p:nvPr/>
        </p:nvSpPr>
        <p:spPr bwMode="auto">
          <a:xfrm>
            <a:off x="1981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06" name="Rectangle 114"/>
          <p:cNvSpPr>
            <a:spLocks noChangeArrowheads="1"/>
          </p:cNvSpPr>
          <p:nvPr/>
        </p:nvSpPr>
        <p:spPr bwMode="auto">
          <a:xfrm>
            <a:off x="2362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07" name="Rectangle 115"/>
          <p:cNvSpPr>
            <a:spLocks noChangeArrowheads="1"/>
          </p:cNvSpPr>
          <p:nvPr/>
        </p:nvSpPr>
        <p:spPr bwMode="auto">
          <a:xfrm>
            <a:off x="2743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08" name="Rectangle 116"/>
          <p:cNvSpPr>
            <a:spLocks noChangeArrowheads="1"/>
          </p:cNvSpPr>
          <p:nvPr/>
        </p:nvSpPr>
        <p:spPr bwMode="auto">
          <a:xfrm>
            <a:off x="3124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09" name="Rectangle 117"/>
          <p:cNvSpPr>
            <a:spLocks noChangeArrowheads="1"/>
          </p:cNvSpPr>
          <p:nvPr/>
        </p:nvSpPr>
        <p:spPr bwMode="auto">
          <a:xfrm>
            <a:off x="3505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10" name="Rectangle 118"/>
          <p:cNvSpPr>
            <a:spLocks noChangeArrowheads="1"/>
          </p:cNvSpPr>
          <p:nvPr/>
        </p:nvSpPr>
        <p:spPr bwMode="auto">
          <a:xfrm>
            <a:off x="3886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11" name="Rectangle 119"/>
          <p:cNvSpPr>
            <a:spLocks noChangeArrowheads="1"/>
          </p:cNvSpPr>
          <p:nvPr/>
        </p:nvSpPr>
        <p:spPr bwMode="auto">
          <a:xfrm>
            <a:off x="1219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12" name="Rectangle 120"/>
          <p:cNvSpPr>
            <a:spLocks noChangeArrowheads="1"/>
          </p:cNvSpPr>
          <p:nvPr/>
        </p:nvSpPr>
        <p:spPr bwMode="auto">
          <a:xfrm>
            <a:off x="838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113" name="Rectangle 121"/>
          <p:cNvSpPr>
            <a:spLocks noChangeArrowheads="1"/>
          </p:cNvSpPr>
          <p:nvPr/>
        </p:nvSpPr>
        <p:spPr bwMode="auto">
          <a:xfrm>
            <a:off x="4267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114" name="Rectangle 122"/>
          <p:cNvSpPr>
            <a:spLocks noChangeArrowheads="1"/>
          </p:cNvSpPr>
          <p:nvPr/>
        </p:nvSpPr>
        <p:spPr bwMode="auto">
          <a:xfrm>
            <a:off x="381000" y="1720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85115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1850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116" name="Text Box 124"/>
          <p:cNvSpPr txBox="1">
            <a:spLocks noChangeArrowheads="1"/>
          </p:cNvSpPr>
          <p:nvPr/>
        </p:nvSpPr>
        <p:spPr bwMode="auto">
          <a:xfrm>
            <a:off x="53340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(2,2)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5117" name="Line 125"/>
          <p:cNvSpPr>
            <a:spLocks noChangeShapeType="1"/>
          </p:cNvSpPr>
          <p:nvPr/>
        </p:nvSpPr>
        <p:spPr bwMode="auto">
          <a:xfrm>
            <a:off x="5334000" y="1946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118" name="Line 126"/>
          <p:cNvSpPr>
            <a:spLocks noChangeShapeType="1"/>
          </p:cNvSpPr>
          <p:nvPr/>
        </p:nvSpPr>
        <p:spPr bwMode="auto">
          <a:xfrm>
            <a:off x="5334000" y="2708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5119" name="AutoShape 127"/>
          <p:cNvSpPr>
            <a:spLocks noChangeArrowheads="1"/>
          </p:cNvSpPr>
          <p:nvPr/>
        </p:nvSpPr>
        <p:spPr bwMode="auto">
          <a:xfrm>
            <a:off x="4800600" y="727075"/>
            <a:ext cx="1143000" cy="1600200"/>
          </a:xfrm>
          <a:custGeom>
            <a:avLst/>
            <a:gdLst>
              <a:gd name="T0" fmla="*/ 310885 w 21600"/>
              <a:gd name="T1" fmla="*/ 1512189 h 21600"/>
              <a:gd name="T2" fmla="*/ 539380 w 21600"/>
              <a:gd name="T3" fmla="*/ 1511819 h 21600"/>
              <a:gd name="T4" fmla="*/ 367506 w 21600"/>
              <a:gd name="T5" fmla="*/ 1357429 h 21600"/>
              <a:gd name="T6" fmla="*/ 19156 w 21600"/>
              <a:gd name="T7" fmla="*/ 1434327 h 21600"/>
              <a:gd name="T8" fmla="*/ 47572 w 21600"/>
              <a:gd name="T9" fmla="*/ 1030499 h 21600"/>
              <a:gd name="T10" fmla="*/ 336074 w 21600"/>
              <a:gd name="T11" fmla="*/ 107035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4264" y="16160"/>
                </a:moveTo>
                <a:cubicBezTo>
                  <a:pt x="5751" y="17974"/>
                  <a:pt x="7926" y="19088"/>
                  <a:pt x="10267" y="19236"/>
                </a:cubicBezTo>
                <a:lnTo>
                  <a:pt x="10119" y="21578"/>
                </a:lnTo>
                <a:cubicBezTo>
                  <a:pt x="7128" y="21389"/>
                  <a:pt x="4350" y="19966"/>
                  <a:pt x="2449" y="17649"/>
                </a:cubicBezTo>
                <a:lnTo>
                  <a:pt x="362" y="19361"/>
                </a:lnTo>
                <a:lnTo>
                  <a:pt x="899" y="13910"/>
                </a:lnTo>
                <a:lnTo>
                  <a:pt x="6351" y="14448"/>
                </a:lnTo>
                <a:lnTo>
                  <a:pt x="4264" y="16160"/>
                </a:lnTo>
                <a:close/>
              </a:path>
            </a:pathLst>
          </a:custGeom>
          <a:solidFill>
            <a:schemeClr val="folHlink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20" name="AutoShape 128"/>
          <p:cNvSpPr>
            <a:spLocks noChangeArrowheads="1"/>
          </p:cNvSpPr>
          <p:nvPr/>
        </p:nvSpPr>
        <p:spPr bwMode="auto">
          <a:xfrm>
            <a:off x="8305800" y="1489075"/>
            <a:ext cx="762000" cy="838200"/>
          </a:xfrm>
          <a:custGeom>
            <a:avLst/>
            <a:gdLst>
              <a:gd name="T0" fmla="*/ 732331 w 21600"/>
              <a:gd name="T1" fmla="*/ 581230 h 21600"/>
              <a:gd name="T2" fmla="*/ 578485 w 21600"/>
              <a:gd name="T3" fmla="*/ 192708 h 21600"/>
              <a:gd name="T4" fmla="*/ 555660 w 21600"/>
              <a:gd name="T5" fmla="*/ 499699 h 21600"/>
              <a:gd name="T6" fmla="*/ 366889 w 21600"/>
              <a:gd name="T7" fmla="*/ 942742 h 21600"/>
              <a:gd name="T8" fmla="*/ 181575 w 21600"/>
              <a:gd name="T9" fmla="*/ 726479 h 21600"/>
              <a:gd name="T10" fmla="*/ 378178 w 21600"/>
              <a:gd name="T11" fmla="*/ 52263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641" y="16167"/>
                </a:moveTo>
                <a:cubicBezTo>
                  <a:pt x="10693" y="16169"/>
                  <a:pt x="10746" y="16170"/>
                  <a:pt x="10800" y="16170"/>
                </a:cubicBezTo>
                <a:cubicBezTo>
                  <a:pt x="13765" y="16170"/>
                  <a:pt x="16170" y="13765"/>
                  <a:pt x="16170" y="10800"/>
                </a:cubicBezTo>
                <a:cubicBezTo>
                  <a:pt x="16170" y="9337"/>
                  <a:pt x="15573" y="7938"/>
                  <a:pt x="14518" y="6925"/>
                </a:cubicBezTo>
                <a:lnTo>
                  <a:pt x="18278" y="3008"/>
                </a:lnTo>
                <a:cubicBezTo>
                  <a:pt x="20400" y="5044"/>
                  <a:pt x="21600" y="7858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693" y="21600"/>
                  <a:pt x="10586" y="21598"/>
                  <a:pt x="10480" y="21595"/>
                </a:cubicBezTo>
                <a:lnTo>
                  <a:pt x="10400" y="24294"/>
                </a:lnTo>
                <a:lnTo>
                  <a:pt x="5147" y="18721"/>
                </a:lnTo>
                <a:lnTo>
                  <a:pt x="10720" y="13468"/>
                </a:lnTo>
                <a:lnTo>
                  <a:pt x="10641" y="16167"/>
                </a:lnTo>
                <a:close/>
              </a:path>
            </a:pathLst>
          </a:cu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121" name="Text Box 129"/>
          <p:cNvSpPr txBox="1">
            <a:spLocks noChangeArrowheads="1"/>
          </p:cNvSpPr>
          <p:nvPr/>
        </p:nvSpPr>
        <p:spPr bwMode="auto">
          <a:xfrm>
            <a:off x="61722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(3,1)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1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1219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1600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1981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2362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22" name="Rectangle 6"/>
          <p:cNvSpPr>
            <a:spLocks noChangeArrowheads="1"/>
          </p:cNvSpPr>
          <p:nvPr/>
        </p:nvSpPr>
        <p:spPr bwMode="auto">
          <a:xfrm>
            <a:off x="2743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3124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24" name="Rectangle 8"/>
          <p:cNvSpPr>
            <a:spLocks noChangeArrowheads="1"/>
          </p:cNvSpPr>
          <p:nvPr/>
        </p:nvSpPr>
        <p:spPr bwMode="auto">
          <a:xfrm>
            <a:off x="3505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3886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26" name="Rectangle 10"/>
          <p:cNvSpPr>
            <a:spLocks noChangeArrowheads="1"/>
          </p:cNvSpPr>
          <p:nvPr/>
        </p:nvSpPr>
        <p:spPr bwMode="auto">
          <a:xfrm>
            <a:off x="1219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6027" name="Rectangle 11"/>
          <p:cNvSpPr>
            <a:spLocks noChangeArrowheads="1"/>
          </p:cNvSpPr>
          <p:nvPr/>
        </p:nvSpPr>
        <p:spPr bwMode="auto">
          <a:xfrm>
            <a:off x="1600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28" name="Rectangle 12"/>
          <p:cNvSpPr>
            <a:spLocks noChangeArrowheads="1"/>
          </p:cNvSpPr>
          <p:nvPr/>
        </p:nvSpPr>
        <p:spPr bwMode="auto">
          <a:xfrm>
            <a:off x="1981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29" name="Rectangle 13"/>
          <p:cNvSpPr>
            <a:spLocks noChangeArrowheads="1"/>
          </p:cNvSpPr>
          <p:nvPr/>
        </p:nvSpPr>
        <p:spPr bwMode="auto">
          <a:xfrm>
            <a:off x="2362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30" name="Rectangle 14"/>
          <p:cNvSpPr>
            <a:spLocks noChangeArrowheads="1"/>
          </p:cNvSpPr>
          <p:nvPr/>
        </p:nvSpPr>
        <p:spPr bwMode="auto">
          <a:xfrm>
            <a:off x="2743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31" name="Rectangle 15"/>
          <p:cNvSpPr>
            <a:spLocks noChangeArrowheads="1"/>
          </p:cNvSpPr>
          <p:nvPr/>
        </p:nvSpPr>
        <p:spPr bwMode="auto">
          <a:xfrm>
            <a:off x="3124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32" name="Rectangle 16"/>
          <p:cNvSpPr>
            <a:spLocks noChangeArrowheads="1"/>
          </p:cNvSpPr>
          <p:nvPr/>
        </p:nvSpPr>
        <p:spPr bwMode="auto">
          <a:xfrm>
            <a:off x="3505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33" name="Rectangle 17"/>
          <p:cNvSpPr>
            <a:spLocks noChangeArrowheads="1"/>
          </p:cNvSpPr>
          <p:nvPr/>
        </p:nvSpPr>
        <p:spPr bwMode="auto">
          <a:xfrm>
            <a:off x="3886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34" name="Rectangle 18"/>
          <p:cNvSpPr>
            <a:spLocks noChangeArrowheads="1"/>
          </p:cNvSpPr>
          <p:nvPr/>
        </p:nvSpPr>
        <p:spPr bwMode="auto">
          <a:xfrm>
            <a:off x="1219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35" name="Rectangle 19"/>
          <p:cNvSpPr>
            <a:spLocks noChangeArrowheads="1"/>
          </p:cNvSpPr>
          <p:nvPr/>
        </p:nvSpPr>
        <p:spPr bwMode="auto">
          <a:xfrm>
            <a:off x="1600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3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36" name="Rectangle 20"/>
          <p:cNvSpPr>
            <a:spLocks noChangeArrowheads="1"/>
          </p:cNvSpPr>
          <p:nvPr/>
        </p:nvSpPr>
        <p:spPr bwMode="auto">
          <a:xfrm>
            <a:off x="1981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37" name="Rectangle 21"/>
          <p:cNvSpPr>
            <a:spLocks noChangeArrowheads="1"/>
          </p:cNvSpPr>
          <p:nvPr/>
        </p:nvSpPr>
        <p:spPr bwMode="auto">
          <a:xfrm>
            <a:off x="2362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38" name="Rectangle 22"/>
          <p:cNvSpPr>
            <a:spLocks noChangeArrowheads="1"/>
          </p:cNvSpPr>
          <p:nvPr/>
        </p:nvSpPr>
        <p:spPr bwMode="auto">
          <a:xfrm>
            <a:off x="2743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39" name="Rectangle 23"/>
          <p:cNvSpPr>
            <a:spLocks noChangeArrowheads="1"/>
          </p:cNvSpPr>
          <p:nvPr/>
        </p:nvSpPr>
        <p:spPr bwMode="auto">
          <a:xfrm>
            <a:off x="3124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40" name="Rectangle 24"/>
          <p:cNvSpPr>
            <a:spLocks noChangeArrowheads="1"/>
          </p:cNvSpPr>
          <p:nvPr/>
        </p:nvSpPr>
        <p:spPr bwMode="auto">
          <a:xfrm>
            <a:off x="3505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41" name="Rectangle 25"/>
          <p:cNvSpPr>
            <a:spLocks noChangeArrowheads="1"/>
          </p:cNvSpPr>
          <p:nvPr/>
        </p:nvSpPr>
        <p:spPr bwMode="auto">
          <a:xfrm>
            <a:off x="3886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42" name="Rectangle 26"/>
          <p:cNvSpPr>
            <a:spLocks noChangeArrowheads="1"/>
          </p:cNvSpPr>
          <p:nvPr/>
        </p:nvSpPr>
        <p:spPr bwMode="auto">
          <a:xfrm>
            <a:off x="1219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3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43" name="Rectangle 27"/>
          <p:cNvSpPr>
            <a:spLocks noChangeArrowheads="1"/>
          </p:cNvSpPr>
          <p:nvPr/>
        </p:nvSpPr>
        <p:spPr bwMode="auto">
          <a:xfrm>
            <a:off x="1600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44" name="Rectangle 28"/>
          <p:cNvSpPr>
            <a:spLocks noChangeArrowheads="1"/>
          </p:cNvSpPr>
          <p:nvPr/>
        </p:nvSpPr>
        <p:spPr bwMode="auto">
          <a:xfrm>
            <a:off x="1981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45" name="Rectangle 29"/>
          <p:cNvSpPr>
            <a:spLocks noChangeArrowheads="1"/>
          </p:cNvSpPr>
          <p:nvPr/>
        </p:nvSpPr>
        <p:spPr bwMode="auto">
          <a:xfrm>
            <a:off x="2362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46" name="Rectangle 30"/>
          <p:cNvSpPr>
            <a:spLocks noChangeArrowheads="1"/>
          </p:cNvSpPr>
          <p:nvPr/>
        </p:nvSpPr>
        <p:spPr bwMode="auto">
          <a:xfrm>
            <a:off x="2743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47" name="Rectangle 31"/>
          <p:cNvSpPr>
            <a:spLocks noChangeArrowheads="1"/>
          </p:cNvSpPr>
          <p:nvPr/>
        </p:nvSpPr>
        <p:spPr bwMode="auto">
          <a:xfrm>
            <a:off x="3124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48" name="Rectangle 32"/>
          <p:cNvSpPr>
            <a:spLocks noChangeArrowheads="1"/>
          </p:cNvSpPr>
          <p:nvPr/>
        </p:nvSpPr>
        <p:spPr bwMode="auto">
          <a:xfrm>
            <a:off x="3505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49" name="Rectangle 33"/>
          <p:cNvSpPr>
            <a:spLocks noChangeArrowheads="1"/>
          </p:cNvSpPr>
          <p:nvPr/>
        </p:nvSpPr>
        <p:spPr bwMode="auto">
          <a:xfrm>
            <a:off x="3886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50" name="Rectangle 34"/>
          <p:cNvSpPr>
            <a:spLocks noChangeArrowheads="1"/>
          </p:cNvSpPr>
          <p:nvPr/>
        </p:nvSpPr>
        <p:spPr bwMode="auto">
          <a:xfrm>
            <a:off x="1219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51" name="Rectangle 35"/>
          <p:cNvSpPr>
            <a:spLocks noChangeArrowheads="1"/>
          </p:cNvSpPr>
          <p:nvPr/>
        </p:nvSpPr>
        <p:spPr bwMode="auto">
          <a:xfrm>
            <a:off x="1600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52" name="Rectangle 36"/>
          <p:cNvSpPr>
            <a:spLocks noChangeArrowheads="1"/>
          </p:cNvSpPr>
          <p:nvPr/>
        </p:nvSpPr>
        <p:spPr bwMode="auto">
          <a:xfrm>
            <a:off x="1981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53" name="Rectangle 37"/>
          <p:cNvSpPr>
            <a:spLocks noChangeArrowheads="1"/>
          </p:cNvSpPr>
          <p:nvPr/>
        </p:nvSpPr>
        <p:spPr bwMode="auto">
          <a:xfrm>
            <a:off x="2362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54" name="Rectangle 38"/>
          <p:cNvSpPr>
            <a:spLocks noChangeArrowheads="1"/>
          </p:cNvSpPr>
          <p:nvPr/>
        </p:nvSpPr>
        <p:spPr bwMode="auto">
          <a:xfrm>
            <a:off x="2743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55" name="Rectangle 39"/>
          <p:cNvSpPr>
            <a:spLocks noChangeArrowheads="1"/>
          </p:cNvSpPr>
          <p:nvPr/>
        </p:nvSpPr>
        <p:spPr bwMode="auto">
          <a:xfrm>
            <a:off x="3124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56" name="Rectangle 40"/>
          <p:cNvSpPr>
            <a:spLocks noChangeArrowheads="1"/>
          </p:cNvSpPr>
          <p:nvPr/>
        </p:nvSpPr>
        <p:spPr bwMode="auto">
          <a:xfrm>
            <a:off x="3505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57" name="Rectangle 41"/>
          <p:cNvSpPr>
            <a:spLocks noChangeArrowheads="1"/>
          </p:cNvSpPr>
          <p:nvPr/>
        </p:nvSpPr>
        <p:spPr bwMode="auto">
          <a:xfrm>
            <a:off x="3886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58" name="Rectangle 42"/>
          <p:cNvSpPr>
            <a:spLocks noChangeArrowheads="1"/>
          </p:cNvSpPr>
          <p:nvPr/>
        </p:nvSpPr>
        <p:spPr bwMode="auto">
          <a:xfrm>
            <a:off x="1219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59" name="Rectangle 43"/>
          <p:cNvSpPr>
            <a:spLocks noChangeArrowheads="1"/>
          </p:cNvSpPr>
          <p:nvPr/>
        </p:nvSpPr>
        <p:spPr bwMode="auto">
          <a:xfrm>
            <a:off x="1600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60" name="Rectangle 44"/>
          <p:cNvSpPr>
            <a:spLocks noChangeArrowheads="1"/>
          </p:cNvSpPr>
          <p:nvPr/>
        </p:nvSpPr>
        <p:spPr bwMode="auto">
          <a:xfrm>
            <a:off x="1981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61" name="Rectangle 45"/>
          <p:cNvSpPr>
            <a:spLocks noChangeArrowheads="1"/>
          </p:cNvSpPr>
          <p:nvPr/>
        </p:nvSpPr>
        <p:spPr bwMode="auto">
          <a:xfrm>
            <a:off x="2362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62" name="Rectangle 46"/>
          <p:cNvSpPr>
            <a:spLocks noChangeArrowheads="1"/>
          </p:cNvSpPr>
          <p:nvPr/>
        </p:nvSpPr>
        <p:spPr bwMode="auto">
          <a:xfrm>
            <a:off x="2743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63" name="Rectangle 47"/>
          <p:cNvSpPr>
            <a:spLocks noChangeArrowheads="1"/>
          </p:cNvSpPr>
          <p:nvPr/>
        </p:nvSpPr>
        <p:spPr bwMode="auto">
          <a:xfrm>
            <a:off x="3124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64" name="Rectangle 48"/>
          <p:cNvSpPr>
            <a:spLocks noChangeArrowheads="1"/>
          </p:cNvSpPr>
          <p:nvPr/>
        </p:nvSpPr>
        <p:spPr bwMode="auto">
          <a:xfrm>
            <a:off x="3505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65" name="Rectangle 49"/>
          <p:cNvSpPr>
            <a:spLocks noChangeArrowheads="1"/>
          </p:cNvSpPr>
          <p:nvPr/>
        </p:nvSpPr>
        <p:spPr bwMode="auto">
          <a:xfrm>
            <a:off x="3886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66" name="Rectangle 50"/>
          <p:cNvSpPr>
            <a:spLocks noChangeArrowheads="1"/>
          </p:cNvSpPr>
          <p:nvPr/>
        </p:nvSpPr>
        <p:spPr bwMode="auto">
          <a:xfrm>
            <a:off x="1219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67" name="Rectangle 51"/>
          <p:cNvSpPr>
            <a:spLocks noChangeArrowheads="1"/>
          </p:cNvSpPr>
          <p:nvPr/>
        </p:nvSpPr>
        <p:spPr bwMode="auto">
          <a:xfrm>
            <a:off x="1600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68" name="Rectangle 52"/>
          <p:cNvSpPr>
            <a:spLocks noChangeArrowheads="1"/>
          </p:cNvSpPr>
          <p:nvPr/>
        </p:nvSpPr>
        <p:spPr bwMode="auto">
          <a:xfrm>
            <a:off x="1981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69" name="Rectangle 53"/>
          <p:cNvSpPr>
            <a:spLocks noChangeArrowheads="1"/>
          </p:cNvSpPr>
          <p:nvPr/>
        </p:nvSpPr>
        <p:spPr bwMode="auto">
          <a:xfrm>
            <a:off x="2362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70" name="Rectangle 54"/>
          <p:cNvSpPr>
            <a:spLocks noChangeArrowheads="1"/>
          </p:cNvSpPr>
          <p:nvPr/>
        </p:nvSpPr>
        <p:spPr bwMode="auto">
          <a:xfrm>
            <a:off x="2743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71" name="Rectangle 55"/>
          <p:cNvSpPr>
            <a:spLocks noChangeArrowheads="1"/>
          </p:cNvSpPr>
          <p:nvPr/>
        </p:nvSpPr>
        <p:spPr bwMode="auto">
          <a:xfrm>
            <a:off x="3124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72" name="Rectangle 56"/>
          <p:cNvSpPr>
            <a:spLocks noChangeArrowheads="1"/>
          </p:cNvSpPr>
          <p:nvPr/>
        </p:nvSpPr>
        <p:spPr bwMode="auto">
          <a:xfrm>
            <a:off x="3505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73" name="Rectangle 57"/>
          <p:cNvSpPr>
            <a:spLocks noChangeArrowheads="1"/>
          </p:cNvSpPr>
          <p:nvPr/>
        </p:nvSpPr>
        <p:spPr bwMode="auto">
          <a:xfrm>
            <a:off x="3886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74" name="Rectangle 58"/>
          <p:cNvSpPr>
            <a:spLocks noChangeArrowheads="1"/>
          </p:cNvSpPr>
          <p:nvPr/>
        </p:nvSpPr>
        <p:spPr bwMode="auto">
          <a:xfrm>
            <a:off x="1219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75" name="Rectangle 59"/>
          <p:cNvSpPr>
            <a:spLocks noChangeArrowheads="1"/>
          </p:cNvSpPr>
          <p:nvPr/>
        </p:nvSpPr>
        <p:spPr bwMode="auto">
          <a:xfrm>
            <a:off x="1600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76" name="Rectangle 60"/>
          <p:cNvSpPr>
            <a:spLocks noChangeArrowheads="1"/>
          </p:cNvSpPr>
          <p:nvPr/>
        </p:nvSpPr>
        <p:spPr bwMode="auto">
          <a:xfrm>
            <a:off x="1981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77" name="Rectangle 61"/>
          <p:cNvSpPr>
            <a:spLocks noChangeArrowheads="1"/>
          </p:cNvSpPr>
          <p:nvPr/>
        </p:nvSpPr>
        <p:spPr bwMode="auto">
          <a:xfrm>
            <a:off x="2362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78" name="Rectangle 62"/>
          <p:cNvSpPr>
            <a:spLocks noChangeArrowheads="1"/>
          </p:cNvSpPr>
          <p:nvPr/>
        </p:nvSpPr>
        <p:spPr bwMode="auto">
          <a:xfrm>
            <a:off x="2743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79" name="Rectangle 63"/>
          <p:cNvSpPr>
            <a:spLocks noChangeArrowheads="1"/>
          </p:cNvSpPr>
          <p:nvPr/>
        </p:nvSpPr>
        <p:spPr bwMode="auto">
          <a:xfrm>
            <a:off x="3124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80" name="Rectangle 64"/>
          <p:cNvSpPr>
            <a:spLocks noChangeArrowheads="1"/>
          </p:cNvSpPr>
          <p:nvPr/>
        </p:nvSpPr>
        <p:spPr bwMode="auto">
          <a:xfrm>
            <a:off x="3505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81" name="Rectangle 65"/>
          <p:cNvSpPr>
            <a:spLocks noChangeArrowheads="1"/>
          </p:cNvSpPr>
          <p:nvPr/>
        </p:nvSpPr>
        <p:spPr bwMode="auto">
          <a:xfrm>
            <a:off x="3898900" y="3619500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082" name="Rectangle 66"/>
          <p:cNvSpPr>
            <a:spLocks noChangeArrowheads="1"/>
          </p:cNvSpPr>
          <p:nvPr/>
        </p:nvSpPr>
        <p:spPr bwMode="auto">
          <a:xfrm>
            <a:off x="3886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83" name="Rectangle 67"/>
          <p:cNvSpPr>
            <a:spLocks noChangeArrowheads="1"/>
          </p:cNvSpPr>
          <p:nvPr/>
        </p:nvSpPr>
        <p:spPr bwMode="auto">
          <a:xfrm>
            <a:off x="1219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84" name="Rectangle 68"/>
          <p:cNvSpPr>
            <a:spLocks noChangeArrowheads="1"/>
          </p:cNvSpPr>
          <p:nvPr/>
        </p:nvSpPr>
        <p:spPr bwMode="auto">
          <a:xfrm>
            <a:off x="1600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85" name="Rectangle 69"/>
          <p:cNvSpPr>
            <a:spLocks noChangeArrowheads="1"/>
          </p:cNvSpPr>
          <p:nvPr/>
        </p:nvSpPr>
        <p:spPr bwMode="auto">
          <a:xfrm>
            <a:off x="1981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86" name="Rectangle 70"/>
          <p:cNvSpPr>
            <a:spLocks noChangeArrowheads="1"/>
          </p:cNvSpPr>
          <p:nvPr/>
        </p:nvSpPr>
        <p:spPr bwMode="auto">
          <a:xfrm>
            <a:off x="2362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87" name="Rectangle 71"/>
          <p:cNvSpPr>
            <a:spLocks noChangeArrowheads="1"/>
          </p:cNvSpPr>
          <p:nvPr/>
        </p:nvSpPr>
        <p:spPr bwMode="auto">
          <a:xfrm>
            <a:off x="2743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88" name="Rectangle 72"/>
          <p:cNvSpPr>
            <a:spLocks noChangeArrowheads="1"/>
          </p:cNvSpPr>
          <p:nvPr/>
        </p:nvSpPr>
        <p:spPr bwMode="auto">
          <a:xfrm>
            <a:off x="3124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89" name="Rectangle 73"/>
          <p:cNvSpPr>
            <a:spLocks noChangeArrowheads="1"/>
          </p:cNvSpPr>
          <p:nvPr/>
        </p:nvSpPr>
        <p:spPr bwMode="auto">
          <a:xfrm>
            <a:off x="3505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90" name="Rectangle 74"/>
          <p:cNvSpPr>
            <a:spLocks noChangeArrowheads="1"/>
          </p:cNvSpPr>
          <p:nvPr/>
        </p:nvSpPr>
        <p:spPr bwMode="auto">
          <a:xfrm>
            <a:off x="381000" y="4768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91" name="Rectangle 75"/>
          <p:cNvSpPr>
            <a:spLocks noChangeArrowheads="1"/>
          </p:cNvSpPr>
          <p:nvPr/>
        </p:nvSpPr>
        <p:spPr bwMode="auto">
          <a:xfrm>
            <a:off x="381000" y="2101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92" name="Rectangle 76"/>
          <p:cNvSpPr>
            <a:spLocks noChangeArrowheads="1"/>
          </p:cNvSpPr>
          <p:nvPr/>
        </p:nvSpPr>
        <p:spPr bwMode="auto">
          <a:xfrm>
            <a:off x="381000" y="2482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93" name="Rectangle 77"/>
          <p:cNvSpPr>
            <a:spLocks noChangeArrowheads="1"/>
          </p:cNvSpPr>
          <p:nvPr/>
        </p:nvSpPr>
        <p:spPr bwMode="auto">
          <a:xfrm>
            <a:off x="381000" y="2863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94" name="Rectangle 78"/>
          <p:cNvSpPr>
            <a:spLocks noChangeArrowheads="1"/>
          </p:cNvSpPr>
          <p:nvPr/>
        </p:nvSpPr>
        <p:spPr bwMode="auto">
          <a:xfrm>
            <a:off x="381000" y="3244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95" name="Rectangle 79"/>
          <p:cNvSpPr>
            <a:spLocks noChangeArrowheads="1"/>
          </p:cNvSpPr>
          <p:nvPr/>
        </p:nvSpPr>
        <p:spPr bwMode="auto">
          <a:xfrm>
            <a:off x="381000" y="3625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96" name="Rectangle 80"/>
          <p:cNvSpPr>
            <a:spLocks noChangeArrowheads="1"/>
          </p:cNvSpPr>
          <p:nvPr/>
        </p:nvSpPr>
        <p:spPr bwMode="auto">
          <a:xfrm>
            <a:off x="381000" y="4006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97" name="Rectangle 81"/>
          <p:cNvSpPr>
            <a:spLocks noChangeArrowheads="1"/>
          </p:cNvSpPr>
          <p:nvPr/>
        </p:nvSpPr>
        <p:spPr bwMode="auto">
          <a:xfrm>
            <a:off x="381000" y="4387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099" name="Rectangle 83"/>
          <p:cNvSpPr>
            <a:spLocks noChangeArrowheads="1"/>
          </p:cNvSpPr>
          <p:nvPr/>
        </p:nvSpPr>
        <p:spPr bwMode="auto">
          <a:xfrm>
            <a:off x="838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00" name="Rectangle 84"/>
          <p:cNvSpPr>
            <a:spLocks noChangeArrowheads="1"/>
          </p:cNvSpPr>
          <p:nvPr/>
        </p:nvSpPr>
        <p:spPr bwMode="auto">
          <a:xfrm>
            <a:off x="838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01" name="Rectangle 85"/>
          <p:cNvSpPr>
            <a:spLocks noChangeArrowheads="1"/>
          </p:cNvSpPr>
          <p:nvPr/>
        </p:nvSpPr>
        <p:spPr bwMode="auto">
          <a:xfrm>
            <a:off x="838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02" name="Rectangle 86"/>
          <p:cNvSpPr>
            <a:spLocks noChangeArrowheads="1"/>
          </p:cNvSpPr>
          <p:nvPr/>
        </p:nvSpPr>
        <p:spPr bwMode="auto">
          <a:xfrm>
            <a:off x="838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03" name="Rectangle 87"/>
          <p:cNvSpPr>
            <a:spLocks noChangeArrowheads="1"/>
          </p:cNvSpPr>
          <p:nvPr/>
        </p:nvSpPr>
        <p:spPr bwMode="auto">
          <a:xfrm>
            <a:off x="838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04" name="Rectangle 88"/>
          <p:cNvSpPr>
            <a:spLocks noChangeArrowheads="1"/>
          </p:cNvSpPr>
          <p:nvPr/>
        </p:nvSpPr>
        <p:spPr bwMode="auto">
          <a:xfrm>
            <a:off x="838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05" name="Rectangle 89"/>
          <p:cNvSpPr>
            <a:spLocks noChangeArrowheads="1"/>
          </p:cNvSpPr>
          <p:nvPr/>
        </p:nvSpPr>
        <p:spPr bwMode="auto">
          <a:xfrm>
            <a:off x="838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06" name="Rectangle 90"/>
          <p:cNvSpPr>
            <a:spLocks noChangeArrowheads="1"/>
          </p:cNvSpPr>
          <p:nvPr/>
        </p:nvSpPr>
        <p:spPr bwMode="auto">
          <a:xfrm>
            <a:off x="838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07" name="Rectangle 91"/>
          <p:cNvSpPr>
            <a:spLocks noChangeArrowheads="1"/>
          </p:cNvSpPr>
          <p:nvPr/>
        </p:nvSpPr>
        <p:spPr bwMode="auto">
          <a:xfrm>
            <a:off x="838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08" name="Rectangle 92"/>
          <p:cNvSpPr>
            <a:spLocks noChangeArrowheads="1"/>
          </p:cNvSpPr>
          <p:nvPr/>
        </p:nvSpPr>
        <p:spPr bwMode="auto">
          <a:xfrm>
            <a:off x="381000" y="5149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109" name="Rectangle 93"/>
          <p:cNvSpPr>
            <a:spLocks noChangeArrowheads="1"/>
          </p:cNvSpPr>
          <p:nvPr/>
        </p:nvSpPr>
        <p:spPr bwMode="auto">
          <a:xfrm>
            <a:off x="4267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10" name="Rectangle 94"/>
          <p:cNvSpPr>
            <a:spLocks noChangeArrowheads="1"/>
          </p:cNvSpPr>
          <p:nvPr/>
        </p:nvSpPr>
        <p:spPr bwMode="auto">
          <a:xfrm>
            <a:off x="4267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11" name="Rectangle 95"/>
          <p:cNvSpPr>
            <a:spLocks noChangeArrowheads="1"/>
          </p:cNvSpPr>
          <p:nvPr/>
        </p:nvSpPr>
        <p:spPr bwMode="auto">
          <a:xfrm>
            <a:off x="4267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12" name="Rectangle 96"/>
          <p:cNvSpPr>
            <a:spLocks noChangeArrowheads="1"/>
          </p:cNvSpPr>
          <p:nvPr/>
        </p:nvSpPr>
        <p:spPr bwMode="auto">
          <a:xfrm>
            <a:off x="4267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13" name="Rectangle 97"/>
          <p:cNvSpPr>
            <a:spLocks noChangeArrowheads="1"/>
          </p:cNvSpPr>
          <p:nvPr/>
        </p:nvSpPr>
        <p:spPr bwMode="auto">
          <a:xfrm>
            <a:off x="4267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14" name="Rectangle 98"/>
          <p:cNvSpPr>
            <a:spLocks noChangeArrowheads="1"/>
          </p:cNvSpPr>
          <p:nvPr/>
        </p:nvSpPr>
        <p:spPr bwMode="auto">
          <a:xfrm>
            <a:off x="4267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15" name="Rectangle 99"/>
          <p:cNvSpPr>
            <a:spLocks noChangeArrowheads="1"/>
          </p:cNvSpPr>
          <p:nvPr/>
        </p:nvSpPr>
        <p:spPr bwMode="auto">
          <a:xfrm>
            <a:off x="4267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16" name="Rectangle 100"/>
          <p:cNvSpPr>
            <a:spLocks noChangeArrowheads="1"/>
          </p:cNvSpPr>
          <p:nvPr/>
        </p:nvSpPr>
        <p:spPr bwMode="auto">
          <a:xfrm>
            <a:off x="4267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17" name="Rectangle 101"/>
          <p:cNvSpPr>
            <a:spLocks noChangeArrowheads="1"/>
          </p:cNvSpPr>
          <p:nvPr/>
        </p:nvSpPr>
        <p:spPr bwMode="auto">
          <a:xfrm>
            <a:off x="4267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18" name="Rectangle 102"/>
          <p:cNvSpPr>
            <a:spLocks noChangeArrowheads="1"/>
          </p:cNvSpPr>
          <p:nvPr/>
        </p:nvSpPr>
        <p:spPr bwMode="auto">
          <a:xfrm>
            <a:off x="1600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19" name="Rectangle 103"/>
          <p:cNvSpPr>
            <a:spLocks noChangeArrowheads="1"/>
          </p:cNvSpPr>
          <p:nvPr/>
        </p:nvSpPr>
        <p:spPr bwMode="auto">
          <a:xfrm>
            <a:off x="1981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20" name="Rectangle 104"/>
          <p:cNvSpPr>
            <a:spLocks noChangeArrowheads="1"/>
          </p:cNvSpPr>
          <p:nvPr/>
        </p:nvSpPr>
        <p:spPr bwMode="auto">
          <a:xfrm>
            <a:off x="2362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21" name="Rectangle 105"/>
          <p:cNvSpPr>
            <a:spLocks noChangeArrowheads="1"/>
          </p:cNvSpPr>
          <p:nvPr/>
        </p:nvSpPr>
        <p:spPr bwMode="auto">
          <a:xfrm>
            <a:off x="2743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22" name="Rectangle 106"/>
          <p:cNvSpPr>
            <a:spLocks noChangeArrowheads="1"/>
          </p:cNvSpPr>
          <p:nvPr/>
        </p:nvSpPr>
        <p:spPr bwMode="auto">
          <a:xfrm>
            <a:off x="3124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23" name="Rectangle 107"/>
          <p:cNvSpPr>
            <a:spLocks noChangeArrowheads="1"/>
          </p:cNvSpPr>
          <p:nvPr/>
        </p:nvSpPr>
        <p:spPr bwMode="auto">
          <a:xfrm>
            <a:off x="3505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24" name="Rectangle 108"/>
          <p:cNvSpPr>
            <a:spLocks noChangeArrowheads="1"/>
          </p:cNvSpPr>
          <p:nvPr/>
        </p:nvSpPr>
        <p:spPr bwMode="auto">
          <a:xfrm>
            <a:off x="3886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25" name="Rectangle 109"/>
          <p:cNvSpPr>
            <a:spLocks noChangeArrowheads="1"/>
          </p:cNvSpPr>
          <p:nvPr/>
        </p:nvSpPr>
        <p:spPr bwMode="auto">
          <a:xfrm>
            <a:off x="1219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26" name="Rectangle 110"/>
          <p:cNvSpPr>
            <a:spLocks noChangeArrowheads="1"/>
          </p:cNvSpPr>
          <p:nvPr/>
        </p:nvSpPr>
        <p:spPr bwMode="auto">
          <a:xfrm>
            <a:off x="838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27" name="Rectangle 111"/>
          <p:cNvSpPr>
            <a:spLocks noChangeArrowheads="1"/>
          </p:cNvSpPr>
          <p:nvPr/>
        </p:nvSpPr>
        <p:spPr bwMode="auto">
          <a:xfrm>
            <a:off x="4267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28" name="Rectangle 112"/>
          <p:cNvSpPr>
            <a:spLocks noChangeArrowheads="1"/>
          </p:cNvSpPr>
          <p:nvPr/>
        </p:nvSpPr>
        <p:spPr bwMode="auto">
          <a:xfrm>
            <a:off x="1600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29" name="Rectangle 113"/>
          <p:cNvSpPr>
            <a:spLocks noChangeArrowheads="1"/>
          </p:cNvSpPr>
          <p:nvPr/>
        </p:nvSpPr>
        <p:spPr bwMode="auto">
          <a:xfrm>
            <a:off x="1981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30" name="Rectangle 114"/>
          <p:cNvSpPr>
            <a:spLocks noChangeArrowheads="1"/>
          </p:cNvSpPr>
          <p:nvPr/>
        </p:nvSpPr>
        <p:spPr bwMode="auto">
          <a:xfrm>
            <a:off x="2362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31" name="Rectangle 115"/>
          <p:cNvSpPr>
            <a:spLocks noChangeArrowheads="1"/>
          </p:cNvSpPr>
          <p:nvPr/>
        </p:nvSpPr>
        <p:spPr bwMode="auto">
          <a:xfrm>
            <a:off x="2743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32" name="Rectangle 116"/>
          <p:cNvSpPr>
            <a:spLocks noChangeArrowheads="1"/>
          </p:cNvSpPr>
          <p:nvPr/>
        </p:nvSpPr>
        <p:spPr bwMode="auto">
          <a:xfrm>
            <a:off x="3124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33" name="Rectangle 117"/>
          <p:cNvSpPr>
            <a:spLocks noChangeArrowheads="1"/>
          </p:cNvSpPr>
          <p:nvPr/>
        </p:nvSpPr>
        <p:spPr bwMode="auto">
          <a:xfrm>
            <a:off x="3505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34" name="Rectangle 118"/>
          <p:cNvSpPr>
            <a:spLocks noChangeArrowheads="1"/>
          </p:cNvSpPr>
          <p:nvPr/>
        </p:nvSpPr>
        <p:spPr bwMode="auto">
          <a:xfrm>
            <a:off x="3886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35" name="Rectangle 119"/>
          <p:cNvSpPr>
            <a:spLocks noChangeArrowheads="1"/>
          </p:cNvSpPr>
          <p:nvPr/>
        </p:nvSpPr>
        <p:spPr bwMode="auto">
          <a:xfrm>
            <a:off x="1219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36" name="Rectangle 120"/>
          <p:cNvSpPr>
            <a:spLocks noChangeArrowheads="1"/>
          </p:cNvSpPr>
          <p:nvPr/>
        </p:nvSpPr>
        <p:spPr bwMode="auto">
          <a:xfrm>
            <a:off x="838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137" name="Rectangle 121"/>
          <p:cNvSpPr>
            <a:spLocks noChangeArrowheads="1"/>
          </p:cNvSpPr>
          <p:nvPr/>
        </p:nvSpPr>
        <p:spPr bwMode="auto">
          <a:xfrm>
            <a:off x="4267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138" name="Rectangle 122"/>
          <p:cNvSpPr>
            <a:spLocks noChangeArrowheads="1"/>
          </p:cNvSpPr>
          <p:nvPr/>
        </p:nvSpPr>
        <p:spPr bwMode="auto">
          <a:xfrm>
            <a:off x="381000" y="1720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86139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1850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140" name="Text Box 124"/>
          <p:cNvSpPr txBox="1">
            <a:spLocks noChangeArrowheads="1"/>
          </p:cNvSpPr>
          <p:nvPr/>
        </p:nvSpPr>
        <p:spPr bwMode="auto">
          <a:xfrm>
            <a:off x="53340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(3,2)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6141" name="Line 125"/>
          <p:cNvSpPr>
            <a:spLocks noChangeShapeType="1"/>
          </p:cNvSpPr>
          <p:nvPr/>
        </p:nvSpPr>
        <p:spPr bwMode="auto">
          <a:xfrm>
            <a:off x="5334000" y="1946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6142" name="Line 126"/>
          <p:cNvSpPr>
            <a:spLocks noChangeShapeType="1"/>
          </p:cNvSpPr>
          <p:nvPr/>
        </p:nvSpPr>
        <p:spPr bwMode="auto">
          <a:xfrm>
            <a:off x="5334000" y="2708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6143" name="AutoShape 127"/>
          <p:cNvSpPr>
            <a:spLocks noChangeArrowheads="1"/>
          </p:cNvSpPr>
          <p:nvPr/>
        </p:nvSpPr>
        <p:spPr bwMode="auto">
          <a:xfrm>
            <a:off x="4800600" y="727075"/>
            <a:ext cx="1143000" cy="1600200"/>
          </a:xfrm>
          <a:custGeom>
            <a:avLst/>
            <a:gdLst>
              <a:gd name="T0" fmla="*/ 310885 w 21600"/>
              <a:gd name="T1" fmla="*/ 1512189 h 21600"/>
              <a:gd name="T2" fmla="*/ 539380 w 21600"/>
              <a:gd name="T3" fmla="*/ 1511819 h 21600"/>
              <a:gd name="T4" fmla="*/ 367506 w 21600"/>
              <a:gd name="T5" fmla="*/ 1357429 h 21600"/>
              <a:gd name="T6" fmla="*/ 19156 w 21600"/>
              <a:gd name="T7" fmla="*/ 1434327 h 21600"/>
              <a:gd name="T8" fmla="*/ 47572 w 21600"/>
              <a:gd name="T9" fmla="*/ 1030499 h 21600"/>
              <a:gd name="T10" fmla="*/ 336074 w 21600"/>
              <a:gd name="T11" fmla="*/ 107035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4264" y="16160"/>
                </a:moveTo>
                <a:cubicBezTo>
                  <a:pt x="5751" y="17974"/>
                  <a:pt x="7926" y="19088"/>
                  <a:pt x="10267" y="19236"/>
                </a:cubicBezTo>
                <a:lnTo>
                  <a:pt x="10119" y="21578"/>
                </a:lnTo>
                <a:cubicBezTo>
                  <a:pt x="7128" y="21389"/>
                  <a:pt x="4350" y="19966"/>
                  <a:pt x="2449" y="17649"/>
                </a:cubicBezTo>
                <a:lnTo>
                  <a:pt x="362" y="19361"/>
                </a:lnTo>
                <a:lnTo>
                  <a:pt x="899" y="13910"/>
                </a:lnTo>
                <a:lnTo>
                  <a:pt x="6351" y="14448"/>
                </a:lnTo>
                <a:lnTo>
                  <a:pt x="4264" y="16160"/>
                </a:lnTo>
                <a:close/>
              </a:path>
            </a:pathLst>
          </a:custGeom>
          <a:solidFill>
            <a:schemeClr val="folHlink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44" name="AutoShape 128"/>
          <p:cNvSpPr>
            <a:spLocks noChangeArrowheads="1"/>
          </p:cNvSpPr>
          <p:nvPr/>
        </p:nvSpPr>
        <p:spPr bwMode="auto">
          <a:xfrm>
            <a:off x="8305800" y="1489075"/>
            <a:ext cx="762000" cy="838200"/>
          </a:xfrm>
          <a:custGeom>
            <a:avLst/>
            <a:gdLst>
              <a:gd name="T0" fmla="*/ 732331 w 21600"/>
              <a:gd name="T1" fmla="*/ 581230 h 21600"/>
              <a:gd name="T2" fmla="*/ 578485 w 21600"/>
              <a:gd name="T3" fmla="*/ 192708 h 21600"/>
              <a:gd name="T4" fmla="*/ 555660 w 21600"/>
              <a:gd name="T5" fmla="*/ 499699 h 21600"/>
              <a:gd name="T6" fmla="*/ 366889 w 21600"/>
              <a:gd name="T7" fmla="*/ 942742 h 21600"/>
              <a:gd name="T8" fmla="*/ 181575 w 21600"/>
              <a:gd name="T9" fmla="*/ 726479 h 21600"/>
              <a:gd name="T10" fmla="*/ 378178 w 21600"/>
              <a:gd name="T11" fmla="*/ 52263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641" y="16167"/>
                </a:moveTo>
                <a:cubicBezTo>
                  <a:pt x="10693" y="16169"/>
                  <a:pt x="10746" y="16170"/>
                  <a:pt x="10800" y="16170"/>
                </a:cubicBezTo>
                <a:cubicBezTo>
                  <a:pt x="13765" y="16170"/>
                  <a:pt x="16170" y="13765"/>
                  <a:pt x="16170" y="10800"/>
                </a:cubicBezTo>
                <a:cubicBezTo>
                  <a:pt x="16170" y="9337"/>
                  <a:pt x="15573" y="7938"/>
                  <a:pt x="14518" y="6925"/>
                </a:cubicBezTo>
                <a:lnTo>
                  <a:pt x="18278" y="3008"/>
                </a:lnTo>
                <a:cubicBezTo>
                  <a:pt x="20400" y="5044"/>
                  <a:pt x="21600" y="7858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693" y="21600"/>
                  <a:pt x="10586" y="21598"/>
                  <a:pt x="10480" y="21595"/>
                </a:cubicBezTo>
                <a:lnTo>
                  <a:pt x="10400" y="24294"/>
                </a:lnTo>
                <a:lnTo>
                  <a:pt x="5147" y="18721"/>
                </a:lnTo>
                <a:lnTo>
                  <a:pt x="10720" y="13468"/>
                </a:lnTo>
                <a:lnTo>
                  <a:pt x="10641" y="16167"/>
                </a:lnTo>
                <a:close/>
              </a:path>
            </a:pathLst>
          </a:cu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145" name="Text Box 129"/>
          <p:cNvSpPr txBox="1">
            <a:spLocks noChangeArrowheads="1"/>
          </p:cNvSpPr>
          <p:nvPr/>
        </p:nvSpPr>
        <p:spPr bwMode="auto">
          <a:xfrm>
            <a:off x="61722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(4,1)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1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1219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1600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1981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2362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2743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47" name="Rectangle 7"/>
          <p:cNvSpPr>
            <a:spLocks noChangeArrowheads="1"/>
          </p:cNvSpPr>
          <p:nvPr/>
        </p:nvSpPr>
        <p:spPr bwMode="auto">
          <a:xfrm>
            <a:off x="3124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3505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3886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50" name="Rectangle 10"/>
          <p:cNvSpPr>
            <a:spLocks noChangeArrowheads="1"/>
          </p:cNvSpPr>
          <p:nvPr/>
        </p:nvSpPr>
        <p:spPr bwMode="auto">
          <a:xfrm>
            <a:off x="1219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7051" name="Rectangle 11"/>
          <p:cNvSpPr>
            <a:spLocks noChangeArrowheads="1"/>
          </p:cNvSpPr>
          <p:nvPr/>
        </p:nvSpPr>
        <p:spPr bwMode="auto">
          <a:xfrm>
            <a:off x="1600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7052" name="Rectangle 12"/>
          <p:cNvSpPr>
            <a:spLocks noChangeArrowheads="1"/>
          </p:cNvSpPr>
          <p:nvPr/>
        </p:nvSpPr>
        <p:spPr bwMode="auto">
          <a:xfrm>
            <a:off x="1981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53" name="Rectangle 13"/>
          <p:cNvSpPr>
            <a:spLocks noChangeArrowheads="1"/>
          </p:cNvSpPr>
          <p:nvPr/>
        </p:nvSpPr>
        <p:spPr bwMode="auto">
          <a:xfrm>
            <a:off x="2362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7054" name="Rectangle 14"/>
          <p:cNvSpPr>
            <a:spLocks noChangeArrowheads="1"/>
          </p:cNvSpPr>
          <p:nvPr/>
        </p:nvSpPr>
        <p:spPr bwMode="auto">
          <a:xfrm>
            <a:off x="2743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55" name="Rectangle 15"/>
          <p:cNvSpPr>
            <a:spLocks noChangeArrowheads="1"/>
          </p:cNvSpPr>
          <p:nvPr/>
        </p:nvSpPr>
        <p:spPr bwMode="auto">
          <a:xfrm>
            <a:off x="3124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56" name="Rectangle 16"/>
          <p:cNvSpPr>
            <a:spLocks noChangeArrowheads="1"/>
          </p:cNvSpPr>
          <p:nvPr/>
        </p:nvSpPr>
        <p:spPr bwMode="auto">
          <a:xfrm>
            <a:off x="3505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57" name="Rectangle 17"/>
          <p:cNvSpPr>
            <a:spLocks noChangeArrowheads="1"/>
          </p:cNvSpPr>
          <p:nvPr/>
        </p:nvSpPr>
        <p:spPr bwMode="auto">
          <a:xfrm>
            <a:off x="3886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58" name="Rectangle 18"/>
          <p:cNvSpPr>
            <a:spLocks noChangeArrowheads="1"/>
          </p:cNvSpPr>
          <p:nvPr/>
        </p:nvSpPr>
        <p:spPr bwMode="auto">
          <a:xfrm>
            <a:off x="1219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7059" name="Rectangle 19"/>
          <p:cNvSpPr>
            <a:spLocks noChangeArrowheads="1"/>
          </p:cNvSpPr>
          <p:nvPr/>
        </p:nvSpPr>
        <p:spPr bwMode="auto">
          <a:xfrm>
            <a:off x="1600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3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60" name="Rectangle 20"/>
          <p:cNvSpPr>
            <a:spLocks noChangeArrowheads="1"/>
          </p:cNvSpPr>
          <p:nvPr/>
        </p:nvSpPr>
        <p:spPr bwMode="auto">
          <a:xfrm>
            <a:off x="1981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4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61" name="Rectangle 21"/>
          <p:cNvSpPr>
            <a:spLocks noChangeArrowheads="1"/>
          </p:cNvSpPr>
          <p:nvPr/>
        </p:nvSpPr>
        <p:spPr bwMode="auto">
          <a:xfrm>
            <a:off x="2362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7062" name="Rectangle 22"/>
          <p:cNvSpPr>
            <a:spLocks noChangeArrowheads="1"/>
          </p:cNvSpPr>
          <p:nvPr/>
        </p:nvSpPr>
        <p:spPr bwMode="auto">
          <a:xfrm>
            <a:off x="2743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63" name="Rectangle 23"/>
          <p:cNvSpPr>
            <a:spLocks noChangeArrowheads="1"/>
          </p:cNvSpPr>
          <p:nvPr/>
        </p:nvSpPr>
        <p:spPr bwMode="auto">
          <a:xfrm>
            <a:off x="3124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64" name="Rectangle 24"/>
          <p:cNvSpPr>
            <a:spLocks noChangeArrowheads="1"/>
          </p:cNvSpPr>
          <p:nvPr/>
        </p:nvSpPr>
        <p:spPr bwMode="auto">
          <a:xfrm>
            <a:off x="3505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65" name="Rectangle 25"/>
          <p:cNvSpPr>
            <a:spLocks noChangeArrowheads="1"/>
          </p:cNvSpPr>
          <p:nvPr/>
        </p:nvSpPr>
        <p:spPr bwMode="auto">
          <a:xfrm>
            <a:off x="3886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66" name="Rectangle 26"/>
          <p:cNvSpPr>
            <a:spLocks noChangeArrowheads="1"/>
          </p:cNvSpPr>
          <p:nvPr/>
        </p:nvSpPr>
        <p:spPr bwMode="auto">
          <a:xfrm>
            <a:off x="1219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3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67" name="Rectangle 27"/>
          <p:cNvSpPr>
            <a:spLocks noChangeArrowheads="1"/>
          </p:cNvSpPr>
          <p:nvPr/>
        </p:nvSpPr>
        <p:spPr bwMode="auto">
          <a:xfrm>
            <a:off x="1600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68" name="Rectangle 28"/>
          <p:cNvSpPr>
            <a:spLocks noChangeArrowheads="1"/>
          </p:cNvSpPr>
          <p:nvPr/>
        </p:nvSpPr>
        <p:spPr bwMode="auto">
          <a:xfrm>
            <a:off x="1981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69" name="Rectangle 29"/>
          <p:cNvSpPr>
            <a:spLocks noChangeArrowheads="1"/>
          </p:cNvSpPr>
          <p:nvPr/>
        </p:nvSpPr>
        <p:spPr bwMode="auto">
          <a:xfrm>
            <a:off x="2362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70" name="Rectangle 30"/>
          <p:cNvSpPr>
            <a:spLocks noChangeArrowheads="1"/>
          </p:cNvSpPr>
          <p:nvPr/>
        </p:nvSpPr>
        <p:spPr bwMode="auto">
          <a:xfrm>
            <a:off x="2743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71" name="Rectangle 31"/>
          <p:cNvSpPr>
            <a:spLocks noChangeArrowheads="1"/>
          </p:cNvSpPr>
          <p:nvPr/>
        </p:nvSpPr>
        <p:spPr bwMode="auto">
          <a:xfrm>
            <a:off x="3124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72" name="Rectangle 32"/>
          <p:cNvSpPr>
            <a:spLocks noChangeArrowheads="1"/>
          </p:cNvSpPr>
          <p:nvPr/>
        </p:nvSpPr>
        <p:spPr bwMode="auto">
          <a:xfrm>
            <a:off x="3505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73" name="Rectangle 33"/>
          <p:cNvSpPr>
            <a:spLocks noChangeArrowheads="1"/>
          </p:cNvSpPr>
          <p:nvPr/>
        </p:nvSpPr>
        <p:spPr bwMode="auto">
          <a:xfrm>
            <a:off x="3886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74" name="Rectangle 34"/>
          <p:cNvSpPr>
            <a:spLocks noChangeArrowheads="1"/>
          </p:cNvSpPr>
          <p:nvPr/>
        </p:nvSpPr>
        <p:spPr bwMode="auto">
          <a:xfrm>
            <a:off x="1219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4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75" name="Rectangle 35"/>
          <p:cNvSpPr>
            <a:spLocks noChangeArrowheads="1"/>
          </p:cNvSpPr>
          <p:nvPr/>
        </p:nvSpPr>
        <p:spPr bwMode="auto">
          <a:xfrm>
            <a:off x="1600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76" name="Rectangle 36"/>
          <p:cNvSpPr>
            <a:spLocks noChangeArrowheads="1"/>
          </p:cNvSpPr>
          <p:nvPr/>
        </p:nvSpPr>
        <p:spPr bwMode="auto">
          <a:xfrm>
            <a:off x="1981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77" name="Rectangle 37"/>
          <p:cNvSpPr>
            <a:spLocks noChangeArrowheads="1"/>
          </p:cNvSpPr>
          <p:nvPr/>
        </p:nvSpPr>
        <p:spPr bwMode="auto">
          <a:xfrm>
            <a:off x="2362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78" name="Rectangle 38"/>
          <p:cNvSpPr>
            <a:spLocks noChangeArrowheads="1"/>
          </p:cNvSpPr>
          <p:nvPr/>
        </p:nvSpPr>
        <p:spPr bwMode="auto">
          <a:xfrm>
            <a:off x="2743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79" name="Rectangle 39"/>
          <p:cNvSpPr>
            <a:spLocks noChangeArrowheads="1"/>
          </p:cNvSpPr>
          <p:nvPr/>
        </p:nvSpPr>
        <p:spPr bwMode="auto">
          <a:xfrm>
            <a:off x="3124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80" name="Rectangle 40"/>
          <p:cNvSpPr>
            <a:spLocks noChangeArrowheads="1"/>
          </p:cNvSpPr>
          <p:nvPr/>
        </p:nvSpPr>
        <p:spPr bwMode="auto">
          <a:xfrm>
            <a:off x="3505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81" name="Rectangle 41"/>
          <p:cNvSpPr>
            <a:spLocks noChangeArrowheads="1"/>
          </p:cNvSpPr>
          <p:nvPr/>
        </p:nvSpPr>
        <p:spPr bwMode="auto">
          <a:xfrm>
            <a:off x="3886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82" name="Rectangle 42"/>
          <p:cNvSpPr>
            <a:spLocks noChangeArrowheads="1"/>
          </p:cNvSpPr>
          <p:nvPr/>
        </p:nvSpPr>
        <p:spPr bwMode="auto">
          <a:xfrm>
            <a:off x="1219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83" name="Rectangle 43"/>
          <p:cNvSpPr>
            <a:spLocks noChangeArrowheads="1"/>
          </p:cNvSpPr>
          <p:nvPr/>
        </p:nvSpPr>
        <p:spPr bwMode="auto">
          <a:xfrm>
            <a:off x="1600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84" name="Rectangle 44"/>
          <p:cNvSpPr>
            <a:spLocks noChangeArrowheads="1"/>
          </p:cNvSpPr>
          <p:nvPr/>
        </p:nvSpPr>
        <p:spPr bwMode="auto">
          <a:xfrm>
            <a:off x="1981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85" name="Rectangle 45"/>
          <p:cNvSpPr>
            <a:spLocks noChangeArrowheads="1"/>
          </p:cNvSpPr>
          <p:nvPr/>
        </p:nvSpPr>
        <p:spPr bwMode="auto">
          <a:xfrm>
            <a:off x="2362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86" name="Rectangle 46"/>
          <p:cNvSpPr>
            <a:spLocks noChangeArrowheads="1"/>
          </p:cNvSpPr>
          <p:nvPr/>
        </p:nvSpPr>
        <p:spPr bwMode="auto">
          <a:xfrm>
            <a:off x="2743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87" name="Rectangle 47"/>
          <p:cNvSpPr>
            <a:spLocks noChangeArrowheads="1"/>
          </p:cNvSpPr>
          <p:nvPr/>
        </p:nvSpPr>
        <p:spPr bwMode="auto">
          <a:xfrm>
            <a:off x="3124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88" name="Rectangle 48"/>
          <p:cNvSpPr>
            <a:spLocks noChangeArrowheads="1"/>
          </p:cNvSpPr>
          <p:nvPr/>
        </p:nvSpPr>
        <p:spPr bwMode="auto">
          <a:xfrm>
            <a:off x="3505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89" name="Rectangle 49"/>
          <p:cNvSpPr>
            <a:spLocks noChangeArrowheads="1"/>
          </p:cNvSpPr>
          <p:nvPr/>
        </p:nvSpPr>
        <p:spPr bwMode="auto">
          <a:xfrm>
            <a:off x="3886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90" name="Rectangle 50"/>
          <p:cNvSpPr>
            <a:spLocks noChangeArrowheads="1"/>
          </p:cNvSpPr>
          <p:nvPr/>
        </p:nvSpPr>
        <p:spPr bwMode="auto">
          <a:xfrm>
            <a:off x="1219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91" name="Rectangle 51"/>
          <p:cNvSpPr>
            <a:spLocks noChangeArrowheads="1"/>
          </p:cNvSpPr>
          <p:nvPr/>
        </p:nvSpPr>
        <p:spPr bwMode="auto">
          <a:xfrm>
            <a:off x="1600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92" name="Rectangle 52"/>
          <p:cNvSpPr>
            <a:spLocks noChangeArrowheads="1"/>
          </p:cNvSpPr>
          <p:nvPr/>
        </p:nvSpPr>
        <p:spPr bwMode="auto">
          <a:xfrm>
            <a:off x="1981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93" name="Rectangle 53"/>
          <p:cNvSpPr>
            <a:spLocks noChangeArrowheads="1"/>
          </p:cNvSpPr>
          <p:nvPr/>
        </p:nvSpPr>
        <p:spPr bwMode="auto">
          <a:xfrm>
            <a:off x="2362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94" name="Rectangle 54"/>
          <p:cNvSpPr>
            <a:spLocks noChangeArrowheads="1"/>
          </p:cNvSpPr>
          <p:nvPr/>
        </p:nvSpPr>
        <p:spPr bwMode="auto">
          <a:xfrm>
            <a:off x="2743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95" name="Rectangle 55"/>
          <p:cNvSpPr>
            <a:spLocks noChangeArrowheads="1"/>
          </p:cNvSpPr>
          <p:nvPr/>
        </p:nvSpPr>
        <p:spPr bwMode="auto">
          <a:xfrm>
            <a:off x="3124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96" name="Rectangle 56"/>
          <p:cNvSpPr>
            <a:spLocks noChangeArrowheads="1"/>
          </p:cNvSpPr>
          <p:nvPr/>
        </p:nvSpPr>
        <p:spPr bwMode="auto">
          <a:xfrm>
            <a:off x="3505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97" name="Rectangle 57"/>
          <p:cNvSpPr>
            <a:spLocks noChangeArrowheads="1"/>
          </p:cNvSpPr>
          <p:nvPr/>
        </p:nvSpPr>
        <p:spPr bwMode="auto">
          <a:xfrm>
            <a:off x="3886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98" name="Rectangle 58"/>
          <p:cNvSpPr>
            <a:spLocks noChangeArrowheads="1"/>
          </p:cNvSpPr>
          <p:nvPr/>
        </p:nvSpPr>
        <p:spPr bwMode="auto">
          <a:xfrm>
            <a:off x="1219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99" name="Rectangle 59"/>
          <p:cNvSpPr>
            <a:spLocks noChangeArrowheads="1"/>
          </p:cNvSpPr>
          <p:nvPr/>
        </p:nvSpPr>
        <p:spPr bwMode="auto">
          <a:xfrm>
            <a:off x="1600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00" name="Rectangle 60"/>
          <p:cNvSpPr>
            <a:spLocks noChangeArrowheads="1"/>
          </p:cNvSpPr>
          <p:nvPr/>
        </p:nvSpPr>
        <p:spPr bwMode="auto">
          <a:xfrm>
            <a:off x="1981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01" name="Rectangle 61"/>
          <p:cNvSpPr>
            <a:spLocks noChangeArrowheads="1"/>
          </p:cNvSpPr>
          <p:nvPr/>
        </p:nvSpPr>
        <p:spPr bwMode="auto">
          <a:xfrm>
            <a:off x="2362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02" name="Rectangle 62"/>
          <p:cNvSpPr>
            <a:spLocks noChangeArrowheads="1"/>
          </p:cNvSpPr>
          <p:nvPr/>
        </p:nvSpPr>
        <p:spPr bwMode="auto">
          <a:xfrm>
            <a:off x="2743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03" name="Rectangle 63"/>
          <p:cNvSpPr>
            <a:spLocks noChangeArrowheads="1"/>
          </p:cNvSpPr>
          <p:nvPr/>
        </p:nvSpPr>
        <p:spPr bwMode="auto">
          <a:xfrm>
            <a:off x="3124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04" name="Rectangle 64"/>
          <p:cNvSpPr>
            <a:spLocks noChangeArrowheads="1"/>
          </p:cNvSpPr>
          <p:nvPr/>
        </p:nvSpPr>
        <p:spPr bwMode="auto">
          <a:xfrm>
            <a:off x="3505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05" name="Rectangle 65"/>
          <p:cNvSpPr>
            <a:spLocks noChangeArrowheads="1"/>
          </p:cNvSpPr>
          <p:nvPr/>
        </p:nvSpPr>
        <p:spPr bwMode="auto">
          <a:xfrm>
            <a:off x="3890963" y="3630613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06" name="Rectangle 66"/>
          <p:cNvSpPr>
            <a:spLocks noChangeArrowheads="1"/>
          </p:cNvSpPr>
          <p:nvPr/>
        </p:nvSpPr>
        <p:spPr bwMode="auto">
          <a:xfrm>
            <a:off x="3886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07" name="Rectangle 67"/>
          <p:cNvSpPr>
            <a:spLocks noChangeArrowheads="1"/>
          </p:cNvSpPr>
          <p:nvPr/>
        </p:nvSpPr>
        <p:spPr bwMode="auto">
          <a:xfrm>
            <a:off x="1219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08" name="Rectangle 68"/>
          <p:cNvSpPr>
            <a:spLocks noChangeArrowheads="1"/>
          </p:cNvSpPr>
          <p:nvPr/>
        </p:nvSpPr>
        <p:spPr bwMode="auto">
          <a:xfrm>
            <a:off x="1600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09" name="Rectangle 69"/>
          <p:cNvSpPr>
            <a:spLocks noChangeArrowheads="1"/>
          </p:cNvSpPr>
          <p:nvPr/>
        </p:nvSpPr>
        <p:spPr bwMode="auto">
          <a:xfrm>
            <a:off x="1981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10" name="Rectangle 70"/>
          <p:cNvSpPr>
            <a:spLocks noChangeArrowheads="1"/>
          </p:cNvSpPr>
          <p:nvPr/>
        </p:nvSpPr>
        <p:spPr bwMode="auto">
          <a:xfrm>
            <a:off x="2362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11" name="Rectangle 71"/>
          <p:cNvSpPr>
            <a:spLocks noChangeArrowheads="1"/>
          </p:cNvSpPr>
          <p:nvPr/>
        </p:nvSpPr>
        <p:spPr bwMode="auto">
          <a:xfrm>
            <a:off x="2743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12" name="Rectangle 72"/>
          <p:cNvSpPr>
            <a:spLocks noChangeArrowheads="1"/>
          </p:cNvSpPr>
          <p:nvPr/>
        </p:nvSpPr>
        <p:spPr bwMode="auto">
          <a:xfrm>
            <a:off x="3124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13" name="Rectangle 73"/>
          <p:cNvSpPr>
            <a:spLocks noChangeArrowheads="1"/>
          </p:cNvSpPr>
          <p:nvPr/>
        </p:nvSpPr>
        <p:spPr bwMode="auto">
          <a:xfrm>
            <a:off x="3505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14" name="Rectangle 74"/>
          <p:cNvSpPr>
            <a:spLocks noChangeArrowheads="1"/>
          </p:cNvSpPr>
          <p:nvPr/>
        </p:nvSpPr>
        <p:spPr bwMode="auto">
          <a:xfrm>
            <a:off x="381000" y="4768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15" name="Rectangle 75"/>
          <p:cNvSpPr>
            <a:spLocks noChangeArrowheads="1"/>
          </p:cNvSpPr>
          <p:nvPr/>
        </p:nvSpPr>
        <p:spPr bwMode="auto">
          <a:xfrm>
            <a:off x="381000" y="2101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16" name="Rectangle 76"/>
          <p:cNvSpPr>
            <a:spLocks noChangeArrowheads="1"/>
          </p:cNvSpPr>
          <p:nvPr/>
        </p:nvSpPr>
        <p:spPr bwMode="auto">
          <a:xfrm>
            <a:off x="381000" y="2482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17" name="Rectangle 77"/>
          <p:cNvSpPr>
            <a:spLocks noChangeArrowheads="1"/>
          </p:cNvSpPr>
          <p:nvPr/>
        </p:nvSpPr>
        <p:spPr bwMode="auto">
          <a:xfrm>
            <a:off x="381000" y="2863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18" name="Rectangle 78"/>
          <p:cNvSpPr>
            <a:spLocks noChangeArrowheads="1"/>
          </p:cNvSpPr>
          <p:nvPr/>
        </p:nvSpPr>
        <p:spPr bwMode="auto">
          <a:xfrm>
            <a:off x="381000" y="3244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19" name="Rectangle 79"/>
          <p:cNvSpPr>
            <a:spLocks noChangeArrowheads="1"/>
          </p:cNvSpPr>
          <p:nvPr/>
        </p:nvSpPr>
        <p:spPr bwMode="auto">
          <a:xfrm>
            <a:off x="381000" y="3625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20" name="Rectangle 80"/>
          <p:cNvSpPr>
            <a:spLocks noChangeArrowheads="1"/>
          </p:cNvSpPr>
          <p:nvPr/>
        </p:nvSpPr>
        <p:spPr bwMode="auto">
          <a:xfrm>
            <a:off x="381000" y="4006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21" name="Rectangle 81"/>
          <p:cNvSpPr>
            <a:spLocks noChangeArrowheads="1"/>
          </p:cNvSpPr>
          <p:nvPr/>
        </p:nvSpPr>
        <p:spPr bwMode="auto">
          <a:xfrm>
            <a:off x="381000" y="4387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23" name="Rectangle 83"/>
          <p:cNvSpPr>
            <a:spLocks noChangeArrowheads="1"/>
          </p:cNvSpPr>
          <p:nvPr/>
        </p:nvSpPr>
        <p:spPr bwMode="auto">
          <a:xfrm>
            <a:off x="838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24" name="Rectangle 84"/>
          <p:cNvSpPr>
            <a:spLocks noChangeArrowheads="1"/>
          </p:cNvSpPr>
          <p:nvPr/>
        </p:nvSpPr>
        <p:spPr bwMode="auto">
          <a:xfrm>
            <a:off x="838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25" name="Rectangle 85"/>
          <p:cNvSpPr>
            <a:spLocks noChangeArrowheads="1"/>
          </p:cNvSpPr>
          <p:nvPr/>
        </p:nvSpPr>
        <p:spPr bwMode="auto">
          <a:xfrm>
            <a:off x="838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26" name="Rectangle 86"/>
          <p:cNvSpPr>
            <a:spLocks noChangeArrowheads="1"/>
          </p:cNvSpPr>
          <p:nvPr/>
        </p:nvSpPr>
        <p:spPr bwMode="auto">
          <a:xfrm>
            <a:off x="838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27" name="Rectangle 87"/>
          <p:cNvSpPr>
            <a:spLocks noChangeArrowheads="1"/>
          </p:cNvSpPr>
          <p:nvPr/>
        </p:nvSpPr>
        <p:spPr bwMode="auto">
          <a:xfrm>
            <a:off x="838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28" name="Rectangle 88"/>
          <p:cNvSpPr>
            <a:spLocks noChangeArrowheads="1"/>
          </p:cNvSpPr>
          <p:nvPr/>
        </p:nvSpPr>
        <p:spPr bwMode="auto">
          <a:xfrm>
            <a:off x="838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29" name="Rectangle 89"/>
          <p:cNvSpPr>
            <a:spLocks noChangeArrowheads="1"/>
          </p:cNvSpPr>
          <p:nvPr/>
        </p:nvSpPr>
        <p:spPr bwMode="auto">
          <a:xfrm>
            <a:off x="838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30" name="Rectangle 90"/>
          <p:cNvSpPr>
            <a:spLocks noChangeArrowheads="1"/>
          </p:cNvSpPr>
          <p:nvPr/>
        </p:nvSpPr>
        <p:spPr bwMode="auto">
          <a:xfrm>
            <a:off x="838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31" name="Rectangle 91"/>
          <p:cNvSpPr>
            <a:spLocks noChangeArrowheads="1"/>
          </p:cNvSpPr>
          <p:nvPr/>
        </p:nvSpPr>
        <p:spPr bwMode="auto">
          <a:xfrm>
            <a:off x="838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32" name="Rectangle 92"/>
          <p:cNvSpPr>
            <a:spLocks noChangeArrowheads="1"/>
          </p:cNvSpPr>
          <p:nvPr/>
        </p:nvSpPr>
        <p:spPr bwMode="auto">
          <a:xfrm>
            <a:off x="381000" y="5149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33" name="Rectangle 93"/>
          <p:cNvSpPr>
            <a:spLocks noChangeArrowheads="1"/>
          </p:cNvSpPr>
          <p:nvPr/>
        </p:nvSpPr>
        <p:spPr bwMode="auto">
          <a:xfrm>
            <a:off x="4267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34" name="Rectangle 94"/>
          <p:cNvSpPr>
            <a:spLocks noChangeArrowheads="1"/>
          </p:cNvSpPr>
          <p:nvPr/>
        </p:nvSpPr>
        <p:spPr bwMode="auto">
          <a:xfrm>
            <a:off x="4267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35" name="Rectangle 95"/>
          <p:cNvSpPr>
            <a:spLocks noChangeArrowheads="1"/>
          </p:cNvSpPr>
          <p:nvPr/>
        </p:nvSpPr>
        <p:spPr bwMode="auto">
          <a:xfrm>
            <a:off x="4267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36" name="Rectangle 96"/>
          <p:cNvSpPr>
            <a:spLocks noChangeArrowheads="1"/>
          </p:cNvSpPr>
          <p:nvPr/>
        </p:nvSpPr>
        <p:spPr bwMode="auto">
          <a:xfrm>
            <a:off x="4267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37" name="Rectangle 97"/>
          <p:cNvSpPr>
            <a:spLocks noChangeArrowheads="1"/>
          </p:cNvSpPr>
          <p:nvPr/>
        </p:nvSpPr>
        <p:spPr bwMode="auto">
          <a:xfrm>
            <a:off x="4267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38" name="Rectangle 98"/>
          <p:cNvSpPr>
            <a:spLocks noChangeArrowheads="1"/>
          </p:cNvSpPr>
          <p:nvPr/>
        </p:nvSpPr>
        <p:spPr bwMode="auto">
          <a:xfrm>
            <a:off x="4267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39" name="Rectangle 99"/>
          <p:cNvSpPr>
            <a:spLocks noChangeArrowheads="1"/>
          </p:cNvSpPr>
          <p:nvPr/>
        </p:nvSpPr>
        <p:spPr bwMode="auto">
          <a:xfrm>
            <a:off x="4267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40" name="Rectangle 100"/>
          <p:cNvSpPr>
            <a:spLocks noChangeArrowheads="1"/>
          </p:cNvSpPr>
          <p:nvPr/>
        </p:nvSpPr>
        <p:spPr bwMode="auto">
          <a:xfrm>
            <a:off x="4267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41" name="Rectangle 101"/>
          <p:cNvSpPr>
            <a:spLocks noChangeArrowheads="1"/>
          </p:cNvSpPr>
          <p:nvPr/>
        </p:nvSpPr>
        <p:spPr bwMode="auto">
          <a:xfrm>
            <a:off x="4267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42" name="Rectangle 102"/>
          <p:cNvSpPr>
            <a:spLocks noChangeArrowheads="1"/>
          </p:cNvSpPr>
          <p:nvPr/>
        </p:nvSpPr>
        <p:spPr bwMode="auto">
          <a:xfrm>
            <a:off x="1600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43" name="Rectangle 103"/>
          <p:cNvSpPr>
            <a:spLocks noChangeArrowheads="1"/>
          </p:cNvSpPr>
          <p:nvPr/>
        </p:nvSpPr>
        <p:spPr bwMode="auto">
          <a:xfrm>
            <a:off x="1981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44" name="Rectangle 104"/>
          <p:cNvSpPr>
            <a:spLocks noChangeArrowheads="1"/>
          </p:cNvSpPr>
          <p:nvPr/>
        </p:nvSpPr>
        <p:spPr bwMode="auto">
          <a:xfrm>
            <a:off x="2362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45" name="Rectangle 105"/>
          <p:cNvSpPr>
            <a:spLocks noChangeArrowheads="1"/>
          </p:cNvSpPr>
          <p:nvPr/>
        </p:nvSpPr>
        <p:spPr bwMode="auto">
          <a:xfrm>
            <a:off x="2743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46" name="Rectangle 106"/>
          <p:cNvSpPr>
            <a:spLocks noChangeArrowheads="1"/>
          </p:cNvSpPr>
          <p:nvPr/>
        </p:nvSpPr>
        <p:spPr bwMode="auto">
          <a:xfrm>
            <a:off x="3124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47" name="Rectangle 107"/>
          <p:cNvSpPr>
            <a:spLocks noChangeArrowheads="1"/>
          </p:cNvSpPr>
          <p:nvPr/>
        </p:nvSpPr>
        <p:spPr bwMode="auto">
          <a:xfrm>
            <a:off x="3505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48" name="Rectangle 108"/>
          <p:cNvSpPr>
            <a:spLocks noChangeArrowheads="1"/>
          </p:cNvSpPr>
          <p:nvPr/>
        </p:nvSpPr>
        <p:spPr bwMode="auto">
          <a:xfrm>
            <a:off x="3886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49" name="Rectangle 109"/>
          <p:cNvSpPr>
            <a:spLocks noChangeArrowheads="1"/>
          </p:cNvSpPr>
          <p:nvPr/>
        </p:nvSpPr>
        <p:spPr bwMode="auto">
          <a:xfrm>
            <a:off x="1219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50" name="Rectangle 110"/>
          <p:cNvSpPr>
            <a:spLocks noChangeArrowheads="1"/>
          </p:cNvSpPr>
          <p:nvPr/>
        </p:nvSpPr>
        <p:spPr bwMode="auto">
          <a:xfrm>
            <a:off x="838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51" name="Rectangle 111"/>
          <p:cNvSpPr>
            <a:spLocks noChangeArrowheads="1"/>
          </p:cNvSpPr>
          <p:nvPr/>
        </p:nvSpPr>
        <p:spPr bwMode="auto">
          <a:xfrm>
            <a:off x="4267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52" name="Rectangle 112"/>
          <p:cNvSpPr>
            <a:spLocks noChangeArrowheads="1"/>
          </p:cNvSpPr>
          <p:nvPr/>
        </p:nvSpPr>
        <p:spPr bwMode="auto">
          <a:xfrm>
            <a:off x="1600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53" name="Rectangle 113"/>
          <p:cNvSpPr>
            <a:spLocks noChangeArrowheads="1"/>
          </p:cNvSpPr>
          <p:nvPr/>
        </p:nvSpPr>
        <p:spPr bwMode="auto">
          <a:xfrm>
            <a:off x="1981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54" name="Rectangle 114"/>
          <p:cNvSpPr>
            <a:spLocks noChangeArrowheads="1"/>
          </p:cNvSpPr>
          <p:nvPr/>
        </p:nvSpPr>
        <p:spPr bwMode="auto">
          <a:xfrm>
            <a:off x="2362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55" name="Rectangle 115"/>
          <p:cNvSpPr>
            <a:spLocks noChangeArrowheads="1"/>
          </p:cNvSpPr>
          <p:nvPr/>
        </p:nvSpPr>
        <p:spPr bwMode="auto">
          <a:xfrm>
            <a:off x="2743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56" name="Rectangle 116"/>
          <p:cNvSpPr>
            <a:spLocks noChangeArrowheads="1"/>
          </p:cNvSpPr>
          <p:nvPr/>
        </p:nvSpPr>
        <p:spPr bwMode="auto">
          <a:xfrm>
            <a:off x="3124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57" name="Rectangle 117"/>
          <p:cNvSpPr>
            <a:spLocks noChangeArrowheads="1"/>
          </p:cNvSpPr>
          <p:nvPr/>
        </p:nvSpPr>
        <p:spPr bwMode="auto">
          <a:xfrm>
            <a:off x="3505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58" name="Rectangle 118"/>
          <p:cNvSpPr>
            <a:spLocks noChangeArrowheads="1"/>
          </p:cNvSpPr>
          <p:nvPr/>
        </p:nvSpPr>
        <p:spPr bwMode="auto">
          <a:xfrm>
            <a:off x="3886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59" name="Rectangle 119"/>
          <p:cNvSpPr>
            <a:spLocks noChangeArrowheads="1"/>
          </p:cNvSpPr>
          <p:nvPr/>
        </p:nvSpPr>
        <p:spPr bwMode="auto">
          <a:xfrm>
            <a:off x="1219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60" name="Rectangle 120"/>
          <p:cNvSpPr>
            <a:spLocks noChangeArrowheads="1"/>
          </p:cNvSpPr>
          <p:nvPr/>
        </p:nvSpPr>
        <p:spPr bwMode="auto">
          <a:xfrm>
            <a:off x="838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61" name="Rectangle 121"/>
          <p:cNvSpPr>
            <a:spLocks noChangeArrowheads="1"/>
          </p:cNvSpPr>
          <p:nvPr/>
        </p:nvSpPr>
        <p:spPr bwMode="auto">
          <a:xfrm>
            <a:off x="4267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62" name="Rectangle 122"/>
          <p:cNvSpPr>
            <a:spLocks noChangeArrowheads="1"/>
          </p:cNvSpPr>
          <p:nvPr/>
        </p:nvSpPr>
        <p:spPr bwMode="auto">
          <a:xfrm>
            <a:off x="381000" y="1720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87163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1850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164" name="Text Box 124"/>
          <p:cNvSpPr txBox="1">
            <a:spLocks noChangeArrowheads="1"/>
          </p:cNvSpPr>
          <p:nvPr/>
        </p:nvSpPr>
        <p:spPr bwMode="auto">
          <a:xfrm>
            <a:off x="53340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(3,3)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7165" name="Line 125"/>
          <p:cNvSpPr>
            <a:spLocks noChangeShapeType="1"/>
          </p:cNvSpPr>
          <p:nvPr/>
        </p:nvSpPr>
        <p:spPr bwMode="auto">
          <a:xfrm>
            <a:off x="5334000" y="1946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166" name="Line 126"/>
          <p:cNvSpPr>
            <a:spLocks noChangeShapeType="1"/>
          </p:cNvSpPr>
          <p:nvPr/>
        </p:nvSpPr>
        <p:spPr bwMode="auto">
          <a:xfrm>
            <a:off x="5334000" y="2708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167" name="AutoShape 127"/>
          <p:cNvSpPr>
            <a:spLocks noChangeArrowheads="1"/>
          </p:cNvSpPr>
          <p:nvPr/>
        </p:nvSpPr>
        <p:spPr bwMode="auto">
          <a:xfrm>
            <a:off x="4800600" y="727075"/>
            <a:ext cx="1143000" cy="1600200"/>
          </a:xfrm>
          <a:custGeom>
            <a:avLst/>
            <a:gdLst>
              <a:gd name="T0" fmla="*/ 310885 w 21600"/>
              <a:gd name="T1" fmla="*/ 1512189 h 21600"/>
              <a:gd name="T2" fmla="*/ 539380 w 21600"/>
              <a:gd name="T3" fmla="*/ 1511819 h 21600"/>
              <a:gd name="T4" fmla="*/ 367506 w 21600"/>
              <a:gd name="T5" fmla="*/ 1357429 h 21600"/>
              <a:gd name="T6" fmla="*/ 19156 w 21600"/>
              <a:gd name="T7" fmla="*/ 1434327 h 21600"/>
              <a:gd name="T8" fmla="*/ 47572 w 21600"/>
              <a:gd name="T9" fmla="*/ 1030499 h 21600"/>
              <a:gd name="T10" fmla="*/ 336074 w 21600"/>
              <a:gd name="T11" fmla="*/ 107035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4264" y="16160"/>
                </a:moveTo>
                <a:cubicBezTo>
                  <a:pt x="5751" y="17974"/>
                  <a:pt x="7926" y="19088"/>
                  <a:pt x="10267" y="19236"/>
                </a:cubicBezTo>
                <a:lnTo>
                  <a:pt x="10119" y="21578"/>
                </a:lnTo>
                <a:cubicBezTo>
                  <a:pt x="7128" y="21389"/>
                  <a:pt x="4350" y="19966"/>
                  <a:pt x="2449" y="17649"/>
                </a:cubicBezTo>
                <a:lnTo>
                  <a:pt x="362" y="19361"/>
                </a:lnTo>
                <a:lnTo>
                  <a:pt x="899" y="13910"/>
                </a:lnTo>
                <a:lnTo>
                  <a:pt x="6351" y="14448"/>
                </a:lnTo>
                <a:lnTo>
                  <a:pt x="4264" y="16160"/>
                </a:lnTo>
                <a:close/>
              </a:path>
            </a:pathLst>
          </a:custGeom>
          <a:solidFill>
            <a:schemeClr val="folHlink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68" name="AutoShape 128"/>
          <p:cNvSpPr>
            <a:spLocks noChangeArrowheads="1"/>
          </p:cNvSpPr>
          <p:nvPr/>
        </p:nvSpPr>
        <p:spPr bwMode="auto">
          <a:xfrm>
            <a:off x="8305800" y="1489075"/>
            <a:ext cx="762000" cy="838200"/>
          </a:xfrm>
          <a:custGeom>
            <a:avLst/>
            <a:gdLst>
              <a:gd name="T0" fmla="*/ 732331 w 21600"/>
              <a:gd name="T1" fmla="*/ 581230 h 21600"/>
              <a:gd name="T2" fmla="*/ 578485 w 21600"/>
              <a:gd name="T3" fmla="*/ 192708 h 21600"/>
              <a:gd name="T4" fmla="*/ 555660 w 21600"/>
              <a:gd name="T5" fmla="*/ 499699 h 21600"/>
              <a:gd name="T6" fmla="*/ 366889 w 21600"/>
              <a:gd name="T7" fmla="*/ 942742 h 21600"/>
              <a:gd name="T8" fmla="*/ 181575 w 21600"/>
              <a:gd name="T9" fmla="*/ 726479 h 21600"/>
              <a:gd name="T10" fmla="*/ 378178 w 21600"/>
              <a:gd name="T11" fmla="*/ 52263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641" y="16167"/>
                </a:moveTo>
                <a:cubicBezTo>
                  <a:pt x="10693" y="16169"/>
                  <a:pt x="10746" y="16170"/>
                  <a:pt x="10800" y="16170"/>
                </a:cubicBezTo>
                <a:cubicBezTo>
                  <a:pt x="13765" y="16170"/>
                  <a:pt x="16170" y="13765"/>
                  <a:pt x="16170" y="10800"/>
                </a:cubicBezTo>
                <a:cubicBezTo>
                  <a:pt x="16170" y="9337"/>
                  <a:pt x="15573" y="7938"/>
                  <a:pt x="14518" y="6925"/>
                </a:cubicBezTo>
                <a:lnTo>
                  <a:pt x="18278" y="3008"/>
                </a:lnTo>
                <a:cubicBezTo>
                  <a:pt x="20400" y="5044"/>
                  <a:pt x="21600" y="7858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693" y="21600"/>
                  <a:pt x="10586" y="21598"/>
                  <a:pt x="10480" y="21595"/>
                </a:cubicBezTo>
                <a:lnTo>
                  <a:pt x="10400" y="24294"/>
                </a:lnTo>
                <a:lnTo>
                  <a:pt x="5147" y="18721"/>
                </a:lnTo>
                <a:lnTo>
                  <a:pt x="10720" y="13468"/>
                </a:lnTo>
                <a:lnTo>
                  <a:pt x="10641" y="16167"/>
                </a:lnTo>
                <a:close/>
              </a:path>
            </a:pathLst>
          </a:cu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169" name="Text Box 129"/>
          <p:cNvSpPr txBox="1">
            <a:spLocks noChangeArrowheads="1"/>
          </p:cNvSpPr>
          <p:nvPr/>
        </p:nvSpPr>
        <p:spPr bwMode="auto">
          <a:xfrm>
            <a:off x="61722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(5,1)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1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1219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1600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1981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2362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2743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71" name="Rectangle 7"/>
          <p:cNvSpPr>
            <a:spLocks noChangeArrowheads="1"/>
          </p:cNvSpPr>
          <p:nvPr/>
        </p:nvSpPr>
        <p:spPr bwMode="auto">
          <a:xfrm>
            <a:off x="3124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72" name="Rectangle 8"/>
          <p:cNvSpPr>
            <a:spLocks noChangeArrowheads="1"/>
          </p:cNvSpPr>
          <p:nvPr/>
        </p:nvSpPr>
        <p:spPr bwMode="auto">
          <a:xfrm>
            <a:off x="3505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73" name="Rectangle 9"/>
          <p:cNvSpPr>
            <a:spLocks noChangeArrowheads="1"/>
          </p:cNvSpPr>
          <p:nvPr/>
        </p:nvSpPr>
        <p:spPr bwMode="auto">
          <a:xfrm>
            <a:off x="3886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74" name="Rectangle 10"/>
          <p:cNvSpPr>
            <a:spLocks noChangeArrowheads="1"/>
          </p:cNvSpPr>
          <p:nvPr/>
        </p:nvSpPr>
        <p:spPr bwMode="auto">
          <a:xfrm>
            <a:off x="1219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8075" name="Rectangle 11"/>
          <p:cNvSpPr>
            <a:spLocks noChangeArrowheads="1"/>
          </p:cNvSpPr>
          <p:nvPr/>
        </p:nvSpPr>
        <p:spPr bwMode="auto">
          <a:xfrm>
            <a:off x="1600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8076" name="Rectangle 12"/>
          <p:cNvSpPr>
            <a:spLocks noChangeArrowheads="1"/>
          </p:cNvSpPr>
          <p:nvPr/>
        </p:nvSpPr>
        <p:spPr bwMode="auto">
          <a:xfrm>
            <a:off x="1981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77" name="Rectangle 13"/>
          <p:cNvSpPr>
            <a:spLocks noChangeArrowheads="1"/>
          </p:cNvSpPr>
          <p:nvPr/>
        </p:nvSpPr>
        <p:spPr bwMode="auto">
          <a:xfrm>
            <a:off x="2362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8078" name="Rectangle 14"/>
          <p:cNvSpPr>
            <a:spLocks noChangeArrowheads="1"/>
          </p:cNvSpPr>
          <p:nvPr/>
        </p:nvSpPr>
        <p:spPr bwMode="auto">
          <a:xfrm>
            <a:off x="2743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79" name="Rectangle 15"/>
          <p:cNvSpPr>
            <a:spLocks noChangeArrowheads="1"/>
          </p:cNvSpPr>
          <p:nvPr/>
        </p:nvSpPr>
        <p:spPr bwMode="auto">
          <a:xfrm>
            <a:off x="3124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80" name="Rectangle 16"/>
          <p:cNvSpPr>
            <a:spLocks noChangeArrowheads="1"/>
          </p:cNvSpPr>
          <p:nvPr/>
        </p:nvSpPr>
        <p:spPr bwMode="auto">
          <a:xfrm>
            <a:off x="3505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81" name="Rectangle 17"/>
          <p:cNvSpPr>
            <a:spLocks noChangeArrowheads="1"/>
          </p:cNvSpPr>
          <p:nvPr/>
        </p:nvSpPr>
        <p:spPr bwMode="auto">
          <a:xfrm>
            <a:off x="3886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82" name="Rectangle 18"/>
          <p:cNvSpPr>
            <a:spLocks noChangeArrowheads="1"/>
          </p:cNvSpPr>
          <p:nvPr/>
        </p:nvSpPr>
        <p:spPr bwMode="auto">
          <a:xfrm>
            <a:off x="1219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8083" name="Rectangle 19"/>
          <p:cNvSpPr>
            <a:spLocks noChangeArrowheads="1"/>
          </p:cNvSpPr>
          <p:nvPr/>
        </p:nvSpPr>
        <p:spPr bwMode="auto">
          <a:xfrm>
            <a:off x="1600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8084" name="Rectangle 20"/>
          <p:cNvSpPr>
            <a:spLocks noChangeArrowheads="1"/>
          </p:cNvSpPr>
          <p:nvPr/>
        </p:nvSpPr>
        <p:spPr bwMode="auto">
          <a:xfrm>
            <a:off x="1981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4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85" name="Rectangle 21"/>
          <p:cNvSpPr>
            <a:spLocks noChangeArrowheads="1"/>
          </p:cNvSpPr>
          <p:nvPr/>
        </p:nvSpPr>
        <p:spPr bwMode="auto">
          <a:xfrm>
            <a:off x="2362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86" name="Rectangle 22"/>
          <p:cNvSpPr>
            <a:spLocks noChangeArrowheads="1"/>
          </p:cNvSpPr>
          <p:nvPr/>
        </p:nvSpPr>
        <p:spPr bwMode="auto">
          <a:xfrm>
            <a:off x="2743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87" name="Rectangle 23"/>
          <p:cNvSpPr>
            <a:spLocks noChangeArrowheads="1"/>
          </p:cNvSpPr>
          <p:nvPr/>
        </p:nvSpPr>
        <p:spPr bwMode="auto">
          <a:xfrm>
            <a:off x="3124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88" name="Rectangle 24"/>
          <p:cNvSpPr>
            <a:spLocks noChangeArrowheads="1"/>
          </p:cNvSpPr>
          <p:nvPr/>
        </p:nvSpPr>
        <p:spPr bwMode="auto">
          <a:xfrm>
            <a:off x="3505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89" name="Rectangle 25"/>
          <p:cNvSpPr>
            <a:spLocks noChangeArrowheads="1"/>
          </p:cNvSpPr>
          <p:nvPr/>
        </p:nvSpPr>
        <p:spPr bwMode="auto">
          <a:xfrm>
            <a:off x="3886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90" name="Rectangle 26"/>
          <p:cNvSpPr>
            <a:spLocks noChangeArrowheads="1"/>
          </p:cNvSpPr>
          <p:nvPr/>
        </p:nvSpPr>
        <p:spPr bwMode="auto">
          <a:xfrm>
            <a:off x="1219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8091" name="Rectangle 27"/>
          <p:cNvSpPr>
            <a:spLocks noChangeArrowheads="1"/>
          </p:cNvSpPr>
          <p:nvPr/>
        </p:nvSpPr>
        <p:spPr bwMode="auto">
          <a:xfrm>
            <a:off x="1600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92" name="Rectangle 28"/>
          <p:cNvSpPr>
            <a:spLocks noChangeArrowheads="1"/>
          </p:cNvSpPr>
          <p:nvPr/>
        </p:nvSpPr>
        <p:spPr bwMode="auto">
          <a:xfrm>
            <a:off x="1981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93" name="Rectangle 29"/>
          <p:cNvSpPr>
            <a:spLocks noChangeArrowheads="1"/>
          </p:cNvSpPr>
          <p:nvPr/>
        </p:nvSpPr>
        <p:spPr bwMode="auto">
          <a:xfrm>
            <a:off x="2362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94" name="Rectangle 30"/>
          <p:cNvSpPr>
            <a:spLocks noChangeArrowheads="1"/>
          </p:cNvSpPr>
          <p:nvPr/>
        </p:nvSpPr>
        <p:spPr bwMode="auto">
          <a:xfrm>
            <a:off x="2743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95" name="Rectangle 31"/>
          <p:cNvSpPr>
            <a:spLocks noChangeArrowheads="1"/>
          </p:cNvSpPr>
          <p:nvPr/>
        </p:nvSpPr>
        <p:spPr bwMode="auto">
          <a:xfrm>
            <a:off x="3124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96" name="Rectangle 32"/>
          <p:cNvSpPr>
            <a:spLocks noChangeArrowheads="1"/>
          </p:cNvSpPr>
          <p:nvPr/>
        </p:nvSpPr>
        <p:spPr bwMode="auto">
          <a:xfrm>
            <a:off x="3505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97" name="Rectangle 33"/>
          <p:cNvSpPr>
            <a:spLocks noChangeArrowheads="1"/>
          </p:cNvSpPr>
          <p:nvPr/>
        </p:nvSpPr>
        <p:spPr bwMode="auto">
          <a:xfrm>
            <a:off x="3886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98" name="Rectangle 34"/>
          <p:cNvSpPr>
            <a:spLocks noChangeArrowheads="1"/>
          </p:cNvSpPr>
          <p:nvPr/>
        </p:nvSpPr>
        <p:spPr bwMode="auto">
          <a:xfrm>
            <a:off x="1219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4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99" name="Rectangle 35"/>
          <p:cNvSpPr>
            <a:spLocks noChangeArrowheads="1"/>
          </p:cNvSpPr>
          <p:nvPr/>
        </p:nvSpPr>
        <p:spPr bwMode="auto">
          <a:xfrm>
            <a:off x="1600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100" name="Rectangle 36"/>
          <p:cNvSpPr>
            <a:spLocks noChangeArrowheads="1"/>
          </p:cNvSpPr>
          <p:nvPr/>
        </p:nvSpPr>
        <p:spPr bwMode="auto">
          <a:xfrm>
            <a:off x="1981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01" name="Rectangle 37"/>
          <p:cNvSpPr>
            <a:spLocks noChangeArrowheads="1"/>
          </p:cNvSpPr>
          <p:nvPr/>
        </p:nvSpPr>
        <p:spPr bwMode="auto">
          <a:xfrm>
            <a:off x="2362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02" name="Rectangle 38"/>
          <p:cNvSpPr>
            <a:spLocks noChangeArrowheads="1"/>
          </p:cNvSpPr>
          <p:nvPr/>
        </p:nvSpPr>
        <p:spPr bwMode="auto">
          <a:xfrm>
            <a:off x="2743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03" name="Rectangle 39"/>
          <p:cNvSpPr>
            <a:spLocks noChangeArrowheads="1"/>
          </p:cNvSpPr>
          <p:nvPr/>
        </p:nvSpPr>
        <p:spPr bwMode="auto">
          <a:xfrm>
            <a:off x="3124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04" name="Rectangle 40"/>
          <p:cNvSpPr>
            <a:spLocks noChangeArrowheads="1"/>
          </p:cNvSpPr>
          <p:nvPr/>
        </p:nvSpPr>
        <p:spPr bwMode="auto">
          <a:xfrm>
            <a:off x="3505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05" name="Rectangle 41"/>
          <p:cNvSpPr>
            <a:spLocks noChangeArrowheads="1"/>
          </p:cNvSpPr>
          <p:nvPr/>
        </p:nvSpPr>
        <p:spPr bwMode="auto">
          <a:xfrm>
            <a:off x="3886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06" name="Rectangle 42"/>
          <p:cNvSpPr>
            <a:spLocks noChangeArrowheads="1"/>
          </p:cNvSpPr>
          <p:nvPr/>
        </p:nvSpPr>
        <p:spPr bwMode="auto">
          <a:xfrm>
            <a:off x="1219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107" name="Rectangle 43"/>
          <p:cNvSpPr>
            <a:spLocks noChangeArrowheads="1"/>
          </p:cNvSpPr>
          <p:nvPr/>
        </p:nvSpPr>
        <p:spPr bwMode="auto">
          <a:xfrm>
            <a:off x="1600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08" name="Rectangle 44"/>
          <p:cNvSpPr>
            <a:spLocks noChangeArrowheads="1"/>
          </p:cNvSpPr>
          <p:nvPr/>
        </p:nvSpPr>
        <p:spPr bwMode="auto">
          <a:xfrm>
            <a:off x="1981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09" name="Rectangle 45"/>
          <p:cNvSpPr>
            <a:spLocks noChangeArrowheads="1"/>
          </p:cNvSpPr>
          <p:nvPr/>
        </p:nvSpPr>
        <p:spPr bwMode="auto">
          <a:xfrm>
            <a:off x="2362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10" name="Rectangle 46"/>
          <p:cNvSpPr>
            <a:spLocks noChangeArrowheads="1"/>
          </p:cNvSpPr>
          <p:nvPr/>
        </p:nvSpPr>
        <p:spPr bwMode="auto">
          <a:xfrm>
            <a:off x="2743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11" name="Rectangle 47"/>
          <p:cNvSpPr>
            <a:spLocks noChangeArrowheads="1"/>
          </p:cNvSpPr>
          <p:nvPr/>
        </p:nvSpPr>
        <p:spPr bwMode="auto">
          <a:xfrm>
            <a:off x="3124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12" name="Rectangle 48"/>
          <p:cNvSpPr>
            <a:spLocks noChangeArrowheads="1"/>
          </p:cNvSpPr>
          <p:nvPr/>
        </p:nvSpPr>
        <p:spPr bwMode="auto">
          <a:xfrm>
            <a:off x="3505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13" name="Rectangle 49"/>
          <p:cNvSpPr>
            <a:spLocks noChangeArrowheads="1"/>
          </p:cNvSpPr>
          <p:nvPr/>
        </p:nvSpPr>
        <p:spPr bwMode="auto">
          <a:xfrm>
            <a:off x="3886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14" name="Rectangle 50"/>
          <p:cNvSpPr>
            <a:spLocks noChangeArrowheads="1"/>
          </p:cNvSpPr>
          <p:nvPr/>
        </p:nvSpPr>
        <p:spPr bwMode="auto">
          <a:xfrm>
            <a:off x="1219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15" name="Rectangle 51"/>
          <p:cNvSpPr>
            <a:spLocks noChangeArrowheads="1"/>
          </p:cNvSpPr>
          <p:nvPr/>
        </p:nvSpPr>
        <p:spPr bwMode="auto">
          <a:xfrm>
            <a:off x="1600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16" name="Rectangle 52"/>
          <p:cNvSpPr>
            <a:spLocks noChangeArrowheads="1"/>
          </p:cNvSpPr>
          <p:nvPr/>
        </p:nvSpPr>
        <p:spPr bwMode="auto">
          <a:xfrm>
            <a:off x="1981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17" name="Rectangle 53"/>
          <p:cNvSpPr>
            <a:spLocks noChangeArrowheads="1"/>
          </p:cNvSpPr>
          <p:nvPr/>
        </p:nvSpPr>
        <p:spPr bwMode="auto">
          <a:xfrm>
            <a:off x="2362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18" name="Rectangle 54"/>
          <p:cNvSpPr>
            <a:spLocks noChangeArrowheads="1"/>
          </p:cNvSpPr>
          <p:nvPr/>
        </p:nvSpPr>
        <p:spPr bwMode="auto">
          <a:xfrm>
            <a:off x="2743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19" name="Rectangle 55"/>
          <p:cNvSpPr>
            <a:spLocks noChangeArrowheads="1"/>
          </p:cNvSpPr>
          <p:nvPr/>
        </p:nvSpPr>
        <p:spPr bwMode="auto">
          <a:xfrm>
            <a:off x="3124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20" name="Rectangle 56"/>
          <p:cNvSpPr>
            <a:spLocks noChangeArrowheads="1"/>
          </p:cNvSpPr>
          <p:nvPr/>
        </p:nvSpPr>
        <p:spPr bwMode="auto">
          <a:xfrm>
            <a:off x="3505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21" name="Rectangle 57"/>
          <p:cNvSpPr>
            <a:spLocks noChangeArrowheads="1"/>
          </p:cNvSpPr>
          <p:nvPr/>
        </p:nvSpPr>
        <p:spPr bwMode="auto">
          <a:xfrm>
            <a:off x="3886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22" name="Rectangle 58"/>
          <p:cNvSpPr>
            <a:spLocks noChangeArrowheads="1"/>
          </p:cNvSpPr>
          <p:nvPr/>
        </p:nvSpPr>
        <p:spPr bwMode="auto">
          <a:xfrm>
            <a:off x="1219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23" name="Rectangle 59"/>
          <p:cNvSpPr>
            <a:spLocks noChangeArrowheads="1"/>
          </p:cNvSpPr>
          <p:nvPr/>
        </p:nvSpPr>
        <p:spPr bwMode="auto">
          <a:xfrm>
            <a:off x="1600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24" name="Rectangle 60"/>
          <p:cNvSpPr>
            <a:spLocks noChangeArrowheads="1"/>
          </p:cNvSpPr>
          <p:nvPr/>
        </p:nvSpPr>
        <p:spPr bwMode="auto">
          <a:xfrm>
            <a:off x="1981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25" name="Rectangle 61"/>
          <p:cNvSpPr>
            <a:spLocks noChangeArrowheads="1"/>
          </p:cNvSpPr>
          <p:nvPr/>
        </p:nvSpPr>
        <p:spPr bwMode="auto">
          <a:xfrm>
            <a:off x="2362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26" name="Rectangle 62"/>
          <p:cNvSpPr>
            <a:spLocks noChangeArrowheads="1"/>
          </p:cNvSpPr>
          <p:nvPr/>
        </p:nvSpPr>
        <p:spPr bwMode="auto">
          <a:xfrm>
            <a:off x="2743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27" name="Rectangle 63"/>
          <p:cNvSpPr>
            <a:spLocks noChangeArrowheads="1"/>
          </p:cNvSpPr>
          <p:nvPr/>
        </p:nvSpPr>
        <p:spPr bwMode="auto">
          <a:xfrm>
            <a:off x="3124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28" name="Rectangle 64"/>
          <p:cNvSpPr>
            <a:spLocks noChangeArrowheads="1"/>
          </p:cNvSpPr>
          <p:nvPr/>
        </p:nvSpPr>
        <p:spPr bwMode="auto">
          <a:xfrm>
            <a:off x="3505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29" name="Rectangle 65"/>
          <p:cNvSpPr>
            <a:spLocks noChangeArrowheads="1"/>
          </p:cNvSpPr>
          <p:nvPr/>
        </p:nvSpPr>
        <p:spPr bwMode="auto">
          <a:xfrm>
            <a:off x="3890963" y="3630613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30" name="Rectangle 66"/>
          <p:cNvSpPr>
            <a:spLocks noChangeArrowheads="1"/>
          </p:cNvSpPr>
          <p:nvPr/>
        </p:nvSpPr>
        <p:spPr bwMode="auto">
          <a:xfrm>
            <a:off x="3886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31" name="Rectangle 67"/>
          <p:cNvSpPr>
            <a:spLocks noChangeArrowheads="1"/>
          </p:cNvSpPr>
          <p:nvPr/>
        </p:nvSpPr>
        <p:spPr bwMode="auto">
          <a:xfrm>
            <a:off x="1219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32" name="Rectangle 68"/>
          <p:cNvSpPr>
            <a:spLocks noChangeArrowheads="1"/>
          </p:cNvSpPr>
          <p:nvPr/>
        </p:nvSpPr>
        <p:spPr bwMode="auto">
          <a:xfrm>
            <a:off x="1600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33" name="Rectangle 69"/>
          <p:cNvSpPr>
            <a:spLocks noChangeArrowheads="1"/>
          </p:cNvSpPr>
          <p:nvPr/>
        </p:nvSpPr>
        <p:spPr bwMode="auto">
          <a:xfrm>
            <a:off x="1981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34" name="Rectangle 70"/>
          <p:cNvSpPr>
            <a:spLocks noChangeArrowheads="1"/>
          </p:cNvSpPr>
          <p:nvPr/>
        </p:nvSpPr>
        <p:spPr bwMode="auto">
          <a:xfrm>
            <a:off x="2362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35" name="Rectangle 71"/>
          <p:cNvSpPr>
            <a:spLocks noChangeArrowheads="1"/>
          </p:cNvSpPr>
          <p:nvPr/>
        </p:nvSpPr>
        <p:spPr bwMode="auto">
          <a:xfrm>
            <a:off x="2743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36" name="Rectangle 72"/>
          <p:cNvSpPr>
            <a:spLocks noChangeArrowheads="1"/>
          </p:cNvSpPr>
          <p:nvPr/>
        </p:nvSpPr>
        <p:spPr bwMode="auto">
          <a:xfrm>
            <a:off x="3124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37" name="Rectangle 73"/>
          <p:cNvSpPr>
            <a:spLocks noChangeArrowheads="1"/>
          </p:cNvSpPr>
          <p:nvPr/>
        </p:nvSpPr>
        <p:spPr bwMode="auto">
          <a:xfrm>
            <a:off x="3505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38" name="Rectangle 74"/>
          <p:cNvSpPr>
            <a:spLocks noChangeArrowheads="1"/>
          </p:cNvSpPr>
          <p:nvPr/>
        </p:nvSpPr>
        <p:spPr bwMode="auto">
          <a:xfrm>
            <a:off x="381000" y="4768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39" name="Rectangle 75"/>
          <p:cNvSpPr>
            <a:spLocks noChangeArrowheads="1"/>
          </p:cNvSpPr>
          <p:nvPr/>
        </p:nvSpPr>
        <p:spPr bwMode="auto">
          <a:xfrm>
            <a:off x="381000" y="2101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40" name="Rectangle 76"/>
          <p:cNvSpPr>
            <a:spLocks noChangeArrowheads="1"/>
          </p:cNvSpPr>
          <p:nvPr/>
        </p:nvSpPr>
        <p:spPr bwMode="auto">
          <a:xfrm>
            <a:off x="381000" y="2482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41" name="Rectangle 77"/>
          <p:cNvSpPr>
            <a:spLocks noChangeArrowheads="1"/>
          </p:cNvSpPr>
          <p:nvPr/>
        </p:nvSpPr>
        <p:spPr bwMode="auto">
          <a:xfrm>
            <a:off x="381000" y="2863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42" name="Rectangle 78"/>
          <p:cNvSpPr>
            <a:spLocks noChangeArrowheads="1"/>
          </p:cNvSpPr>
          <p:nvPr/>
        </p:nvSpPr>
        <p:spPr bwMode="auto">
          <a:xfrm>
            <a:off x="381000" y="3244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43" name="Rectangle 79"/>
          <p:cNvSpPr>
            <a:spLocks noChangeArrowheads="1"/>
          </p:cNvSpPr>
          <p:nvPr/>
        </p:nvSpPr>
        <p:spPr bwMode="auto">
          <a:xfrm>
            <a:off x="381000" y="3625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44" name="Rectangle 80"/>
          <p:cNvSpPr>
            <a:spLocks noChangeArrowheads="1"/>
          </p:cNvSpPr>
          <p:nvPr/>
        </p:nvSpPr>
        <p:spPr bwMode="auto">
          <a:xfrm>
            <a:off x="381000" y="4006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45" name="Rectangle 81"/>
          <p:cNvSpPr>
            <a:spLocks noChangeArrowheads="1"/>
          </p:cNvSpPr>
          <p:nvPr/>
        </p:nvSpPr>
        <p:spPr bwMode="auto">
          <a:xfrm>
            <a:off x="381000" y="4387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47" name="Rectangle 83"/>
          <p:cNvSpPr>
            <a:spLocks noChangeArrowheads="1"/>
          </p:cNvSpPr>
          <p:nvPr/>
        </p:nvSpPr>
        <p:spPr bwMode="auto">
          <a:xfrm>
            <a:off x="838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48" name="Rectangle 84"/>
          <p:cNvSpPr>
            <a:spLocks noChangeArrowheads="1"/>
          </p:cNvSpPr>
          <p:nvPr/>
        </p:nvSpPr>
        <p:spPr bwMode="auto">
          <a:xfrm>
            <a:off x="838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49" name="Rectangle 85"/>
          <p:cNvSpPr>
            <a:spLocks noChangeArrowheads="1"/>
          </p:cNvSpPr>
          <p:nvPr/>
        </p:nvSpPr>
        <p:spPr bwMode="auto">
          <a:xfrm>
            <a:off x="838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50" name="Rectangle 86"/>
          <p:cNvSpPr>
            <a:spLocks noChangeArrowheads="1"/>
          </p:cNvSpPr>
          <p:nvPr/>
        </p:nvSpPr>
        <p:spPr bwMode="auto">
          <a:xfrm>
            <a:off x="838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51" name="Rectangle 87"/>
          <p:cNvSpPr>
            <a:spLocks noChangeArrowheads="1"/>
          </p:cNvSpPr>
          <p:nvPr/>
        </p:nvSpPr>
        <p:spPr bwMode="auto">
          <a:xfrm>
            <a:off x="838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52" name="Rectangle 88"/>
          <p:cNvSpPr>
            <a:spLocks noChangeArrowheads="1"/>
          </p:cNvSpPr>
          <p:nvPr/>
        </p:nvSpPr>
        <p:spPr bwMode="auto">
          <a:xfrm>
            <a:off x="838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53" name="Rectangle 89"/>
          <p:cNvSpPr>
            <a:spLocks noChangeArrowheads="1"/>
          </p:cNvSpPr>
          <p:nvPr/>
        </p:nvSpPr>
        <p:spPr bwMode="auto">
          <a:xfrm>
            <a:off x="838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54" name="Rectangle 90"/>
          <p:cNvSpPr>
            <a:spLocks noChangeArrowheads="1"/>
          </p:cNvSpPr>
          <p:nvPr/>
        </p:nvSpPr>
        <p:spPr bwMode="auto">
          <a:xfrm>
            <a:off x="838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55" name="Rectangle 91"/>
          <p:cNvSpPr>
            <a:spLocks noChangeArrowheads="1"/>
          </p:cNvSpPr>
          <p:nvPr/>
        </p:nvSpPr>
        <p:spPr bwMode="auto">
          <a:xfrm>
            <a:off x="838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56" name="Rectangle 92"/>
          <p:cNvSpPr>
            <a:spLocks noChangeArrowheads="1"/>
          </p:cNvSpPr>
          <p:nvPr/>
        </p:nvSpPr>
        <p:spPr bwMode="auto">
          <a:xfrm>
            <a:off x="381000" y="5149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57" name="Rectangle 93"/>
          <p:cNvSpPr>
            <a:spLocks noChangeArrowheads="1"/>
          </p:cNvSpPr>
          <p:nvPr/>
        </p:nvSpPr>
        <p:spPr bwMode="auto">
          <a:xfrm>
            <a:off x="4267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58" name="Rectangle 94"/>
          <p:cNvSpPr>
            <a:spLocks noChangeArrowheads="1"/>
          </p:cNvSpPr>
          <p:nvPr/>
        </p:nvSpPr>
        <p:spPr bwMode="auto">
          <a:xfrm>
            <a:off x="4267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59" name="Rectangle 95"/>
          <p:cNvSpPr>
            <a:spLocks noChangeArrowheads="1"/>
          </p:cNvSpPr>
          <p:nvPr/>
        </p:nvSpPr>
        <p:spPr bwMode="auto">
          <a:xfrm>
            <a:off x="4267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60" name="Rectangle 96"/>
          <p:cNvSpPr>
            <a:spLocks noChangeArrowheads="1"/>
          </p:cNvSpPr>
          <p:nvPr/>
        </p:nvSpPr>
        <p:spPr bwMode="auto">
          <a:xfrm>
            <a:off x="4267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61" name="Rectangle 97"/>
          <p:cNvSpPr>
            <a:spLocks noChangeArrowheads="1"/>
          </p:cNvSpPr>
          <p:nvPr/>
        </p:nvSpPr>
        <p:spPr bwMode="auto">
          <a:xfrm>
            <a:off x="4267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62" name="Rectangle 98"/>
          <p:cNvSpPr>
            <a:spLocks noChangeArrowheads="1"/>
          </p:cNvSpPr>
          <p:nvPr/>
        </p:nvSpPr>
        <p:spPr bwMode="auto">
          <a:xfrm>
            <a:off x="4267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63" name="Rectangle 99"/>
          <p:cNvSpPr>
            <a:spLocks noChangeArrowheads="1"/>
          </p:cNvSpPr>
          <p:nvPr/>
        </p:nvSpPr>
        <p:spPr bwMode="auto">
          <a:xfrm>
            <a:off x="4267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64" name="Rectangle 100"/>
          <p:cNvSpPr>
            <a:spLocks noChangeArrowheads="1"/>
          </p:cNvSpPr>
          <p:nvPr/>
        </p:nvSpPr>
        <p:spPr bwMode="auto">
          <a:xfrm>
            <a:off x="4267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65" name="Rectangle 101"/>
          <p:cNvSpPr>
            <a:spLocks noChangeArrowheads="1"/>
          </p:cNvSpPr>
          <p:nvPr/>
        </p:nvSpPr>
        <p:spPr bwMode="auto">
          <a:xfrm>
            <a:off x="4267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66" name="Rectangle 102"/>
          <p:cNvSpPr>
            <a:spLocks noChangeArrowheads="1"/>
          </p:cNvSpPr>
          <p:nvPr/>
        </p:nvSpPr>
        <p:spPr bwMode="auto">
          <a:xfrm>
            <a:off x="1600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67" name="Rectangle 103"/>
          <p:cNvSpPr>
            <a:spLocks noChangeArrowheads="1"/>
          </p:cNvSpPr>
          <p:nvPr/>
        </p:nvSpPr>
        <p:spPr bwMode="auto">
          <a:xfrm>
            <a:off x="1981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68" name="Rectangle 104"/>
          <p:cNvSpPr>
            <a:spLocks noChangeArrowheads="1"/>
          </p:cNvSpPr>
          <p:nvPr/>
        </p:nvSpPr>
        <p:spPr bwMode="auto">
          <a:xfrm>
            <a:off x="2362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69" name="Rectangle 105"/>
          <p:cNvSpPr>
            <a:spLocks noChangeArrowheads="1"/>
          </p:cNvSpPr>
          <p:nvPr/>
        </p:nvSpPr>
        <p:spPr bwMode="auto">
          <a:xfrm>
            <a:off x="2743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70" name="Rectangle 106"/>
          <p:cNvSpPr>
            <a:spLocks noChangeArrowheads="1"/>
          </p:cNvSpPr>
          <p:nvPr/>
        </p:nvSpPr>
        <p:spPr bwMode="auto">
          <a:xfrm>
            <a:off x="3124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71" name="Rectangle 107"/>
          <p:cNvSpPr>
            <a:spLocks noChangeArrowheads="1"/>
          </p:cNvSpPr>
          <p:nvPr/>
        </p:nvSpPr>
        <p:spPr bwMode="auto">
          <a:xfrm>
            <a:off x="3505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72" name="Rectangle 108"/>
          <p:cNvSpPr>
            <a:spLocks noChangeArrowheads="1"/>
          </p:cNvSpPr>
          <p:nvPr/>
        </p:nvSpPr>
        <p:spPr bwMode="auto">
          <a:xfrm>
            <a:off x="3886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73" name="Rectangle 109"/>
          <p:cNvSpPr>
            <a:spLocks noChangeArrowheads="1"/>
          </p:cNvSpPr>
          <p:nvPr/>
        </p:nvSpPr>
        <p:spPr bwMode="auto">
          <a:xfrm>
            <a:off x="1219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74" name="Rectangle 110"/>
          <p:cNvSpPr>
            <a:spLocks noChangeArrowheads="1"/>
          </p:cNvSpPr>
          <p:nvPr/>
        </p:nvSpPr>
        <p:spPr bwMode="auto">
          <a:xfrm>
            <a:off x="838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75" name="Rectangle 111"/>
          <p:cNvSpPr>
            <a:spLocks noChangeArrowheads="1"/>
          </p:cNvSpPr>
          <p:nvPr/>
        </p:nvSpPr>
        <p:spPr bwMode="auto">
          <a:xfrm>
            <a:off x="4267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76" name="Rectangle 112"/>
          <p:cNvSpPr>
            <a:spLocks noChangeArrowheads="1"/>
          </p:cNvSpPr>
          <p:nvPr/>
        </p:nvSpPr>
        <p:spPr bwMode="auto">
          <a:xfrm>
            <a:off x="1600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77" name="Rectangle 113"/>
          <p:cNvSpPr>
            <a:spLocks noChangeArrowheads="1"/>
          </p:cNvSpPr>
          <p:nvPr/>
        </p:nvSpPr>
        <p:spPr bwMode="auto">
          <a:xfrm>
            <a:off x="1981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78" name="Rectangle 114"/>
          <p:cNvSpPr>
            <a:spLocks noChangeArrowheads="1"/>
          </p:cNvSpPr>
          <p:nvPr/>
        </p:nvSpPr>
        <p:spPr bwMode="auto">
          <a:xfrm>
            <a:off x="2362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79" name="Rectangle 115"/>
          <p:cNvSpPr>
            <a:spLocks noChangeArrowheads="1"/>
          </p:cNvSpPr>
          <p:nvPr/>
        </p:nvSpPr>
        <p:spPr bwMode="auto">
          <a:xfrm>
            <a:off x="2743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80" name="Rectangle 116"/>
          <p:cNvSpPr>
            <a:spLocks noChangeArrowheads="1"/>
          </p:cNvSpPr>
          <p:nvPr/>
        </p:nvSpPr>
        <p:spPr bwMode="auto">
          <a:xfrm>
            <a:off x="3124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81" name="Rectangle 117"/>
          <p:cNvSpPr>
            <a:spLocks noChangeArrowheads="1"/>
          </p:cNvSpPr>
          <p:nvPr/>
        </p:nvSpPr>
        <p:spPr bwMode="auto">
          <a:xfrm>
            <a:off x="3505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82" name="Rectangle 118"/>
          <p:cNvSpPr>
            <a:spLocks noChangeArrowheads="1"/>
          </p:cNvSpPr>
          <p:nvPr/>
        </p:nvSpPr>
        <p:spPr bwMode="auto">
          <a:xfrm>
            <a:off x="3886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83" name="Rectangle 119"/>
          <p:cNvSpPr>
            <a:spLocks noChangeArrowheads="1"/>
          </p:cNvSpPr>
          <p:nvPr/>
        </p:nvSpPr>
        <p:spPr bwMode="auto">
          <a:xfrm>
            <a:off x="1219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84" name="Rectangle 120"/>
          <p:cNvSpPr>
            <a:spLocks noChangeArrowheads="1"/>
          </p:cNvSpPr>
          <p:nvPr/>
        </p:nvSpPr>
        <p:spPr bwMode="auto">
          <a:xfrm>
            <a:off x="838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85" name="Rectangle 121"/>
          <p:cNvSpPr>
            <a:spLocks noChangeArrowheads="1"/>
          </p:cNvSpPr>
          <p:nvPr/>
        </p:nvSpPr>
        <p:spPr bwMode="auto">
          <a:xfrm>
            <a:off x="4267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86" name="Rectangle 122"/>
          <p:cNvSpPr>
            <a:spLocks noChangeArrowheads="1"/>
          </p:cNvSpPr>
          <p:nvPr/>
        </p:nvSpPr>
        <p:spPr bwMode="auto">
          <a:xfrm>
            <a:off x="381000" y="1720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88187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1850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188" name="Text Box 124"/>
          <p:cNvSpPr txBox="1">
            <a:spLocks noChangeArrowheads="1"/>
          </p:cNvSpPr>
          <p:nvPr/>
        </p:nvSpPr>
        <p:spPr bwMode="auto">
          <a:xfrm>
            <a:off x="53340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(3,4)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89" name="Line 125"/>
          <p:cNvSpPr>
            <a:spLocks noChangeShapeType="1"/>
          </p:cNvSpPr>
          <p:nvPr/>
        </p:nvSpPr>
        <p:spPr bwMode="auto">
          <a:xfrm>
            <a:off x="5334000" y="1946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190" name="Line 126"/>
          <p:cNvSpPr>
            <a:spLocks noChangeShapeType="1"/>
          </p:cNvSpPr>
          <p:nvPr/>
        </p:nvSpPr>
        <p:spPr bwMode="auto">
          <a:xfrm>
            <a:off x="5334000" y="2708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8191" name="AutoShape 127"/>
          <p:cNvSpPr>
            <a:spLocks noChangeArrowheads="1"/>
          </p:cNvSpPr>
          <p:nvPr/>
        </p:nvSpPr>
        <p:spPr bwMode="auto">
          <a:xfrm>
            <a:off x="4800600" y="727075"/>
            <a:ext cx="1143000" cy="1600200"/>
          </a:xfrm>
          <a:custGeom>
            <a:avLst/>
            <a:gdLst>
              <a:gd name="T0" fmla="*/ 310885 w 21600"/>
              <a:gd name="T1" fmla="*/ 1512189 h 21600"/>
              <a:gd name="T2" fmla="*/ 539380 w 21600"/>
              <a:gd name="T3" fmla="*/ 1511819 h 21600"/>
              <a:gd name="T4" fmla="*/ 367506 w 21600"/>
              <a:gd name="T5" fmla="*/ 1357429 h 21600"/>
              <a:gd name="T6" fmla="*/ 19156 w 21600"/>
              <a:gd name="T7" fmla="*/ 1434327 h 21600"/>
              <a:gd name="T8" fmla="*/ 47572 w 21600"/>
              <a:gd name="T9" fmla="*/ 1030499 h 21600"/>
              <a:gd name="T10" fmla="*/ 336074 w 21600"/>
              <a:gd name="T11" fmla="*/ 107035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4264" y="16160"/>
                </a:moveTo>
                <a:cubicBezTo>
                  <a:pt x="5751" y="17974"/>
                  <a:pt x="7926" y="19088"/>
                  <a:pt x="10267" y="19236"/>
                </a:cubicBezTo>
                <a:lnTo>
                  <a:pt x="10119" y="21578"/>
                </a:lnTo>
                <a:cubicBezTo>
                  <a:pt x="7128" y="21389"/>
                  <a:pt x="4350" y="19966"/>
                  <a:pt x="2449" y="17649"/>
                </a:cubicBezTo>
                <a:lnTo>
                  <a:pt x="362" y="19361"/>
                </a:lnTo>
                <a:lnTo>
                  <a:pt x="899" y="13910"/>
                </a:lnTo>
                <a:lnTo>
                  <a:pt x="6351" y="14448"/>
                </a:lnTo>
                <a:lnTo>
                  <a:pt x="4264" y="16160"/>
                </a:lnTo>
                <a:close/>
              </a:path>
            </a:pathLst>
          </a:custGeom>
          <a:solidFill>
            <a:schemeClr val="folHlink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92" name="AutoShape 128"/>
          <p:cNvSpPr>
            <a:spLocks noChangeArrowheads="1"/>
          </p:cNvSpPr>
          <p:nvPr/>
        </p:nvSpPr>
        <p:spPr bwMode="auto">
          <a:xfrm>
            <a:off x="8305800" y="1489075"/>
            <a:ext cx="762000" cy="838200"/>
          </a:xfrm>
          <a:custGeom>
            <a:avLst/>
            <a:gdLst>
              <a:gd name="T0" fmla="*/ 732331 w 21600"/>
              <a:gd name="T1" fmla="*/ 581230 h 21600"/>
              <a:gd name="T2" fmla="*/ 578485 w 21600"/>
              <a:gd name="T3" fmla="*/ 192708 h 21600"/>
              <a:gd name="T4" fmla="*/ 555660 w 21600"/>
              <a:gd name="T5" fmla="*/ 499699 h 21600"/>
              <a:gd name="T6" fmla="*/ 366889 w 21600"/>
              <a:gd name="T7" fmla="*/ 942742 h 21600"/>
              <a:gd name="T8" fmla="*/ 181575 w 21600"/>
              <a:gd name="T9" fmla="*/ 726479 h 21600"/>
              <a:gd name="T10" fmla="*/ 378178 w 21600"/>
              <a:gd name="T11" fmla="*/ 52263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641" y="16167"/>
                </a:moveTo>
                <a:cubicBezTo>
                  <a:pt x="10693" y="16169"/>
                  <a:pt x="10746" y="16170"/>
                  <a:pt x="10800" y="16170"/>
                </a:cubicBezTo>
                <a:cubicBezTo>
                  <a:pt x="13765" y="16170"/>
                  <a:pt x="16170" y="13765"/>
                  <a:pt x="16170" y="10800"/>
                </a:cubicBezTo>
                <a:cubicBezTo>
                  <a:pt x="16170" y="9337"/>
                  <a:pt x="15573" y="7938"/>
                  <a:pt x="14518" y="6925"/>
                </a:cubicBezTo>
                <a:lnTo>
                  <a:pt x="18278" y="3008"/>
                </a:lnTo>
                <a:cubicBezTo>
                  <a:pt x="20400" y="5044"/>
                  <a:pt x="21600" y="7858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693" y="21600"/>
                  <a:pt x="10586" y="21598"/>
                  <a:pt x="10480" y="21595"/>
                </a:cubicBezTo>
                <a:lnTo>
                  <a:pt x="10400" y="24294"/>
                </a:lnTo>
                <a:lnTo>
                  <a:pt x="5147" y="18721"/>
                </a:lnTo>
                <a:lnTo>
                  <a:pt x="10720" y="13468"/>
                </a:lnTo>
                <a:lnTo>
                  <a:pt x="10641" y="16167"/>
                </a:lnTo>
                <a:close/>
              </a:path>
            </a:pathLst>
          </a:cu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93" name="Text Box 129"/>
          <p:cNvSpPr txBox="1">
            <a:spLocks noChangeArrowheads="1"/>
          </p:cNvSpPr>
          <p:nvPr/>
        </p:nvSpPr>
        <p:spPr bwMode="auto">
          <a:xfrm>
            <a:off x="61722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(5,2)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8194" name="Text Box 130"/>
          <p:cNvSpPr txBox="1">
            <a:spLocks noChangeArrowheads="1"/>
          </p:cNvSpPr>
          <p:nvPr/>
        </p:nvSpPr>
        <p:spPr bwMode="auto">
          <a:xfrm>
            <a:off x="70104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(6,1)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2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1219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1600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1981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2362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2743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095" name="Rectangle 7"/>
          <p:cNvSpPr>
            <a:spLocks noChangeArrowheads="1"/>
          </p:cNvSpPr>
          <p:nvPr/>
        </p:nvSpPr>
        <p:spPr bwMode="auto">
          <a:xfrm>
            <a:off x="3124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3505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097" name="Rectangle 9"/>
          <p:cNvSpPr>
            <a:spLocks noChangeArrowheads="1"/>
          </p:cNvSpPr>
          <p:nvPr/>
        </p:nvSpPr>
        <p:spPr bwMode="auto">
          <a:xfrm>
            <a:off x="3886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098" name="Rectangle 10"/>
          <p:cNvSpPr>
            <a:spLocks noChangeArrowheads="1"/>
          </p:cNvSpPr>
          <p:nvPr/>
        </p:nvSpPr>
        <p:spPr bwMode="auto">
          <a:xfrm>
            <a:off x="1219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9099" name="Rectangle 11"/>
          <p:cNvSpPr>
            <a:spLocks noChangeArrowheads="1"/>
          </p:cNvSpPr>
          <p:nvPr/>
        </p:nvSpPr>
        <p:spPr bwMode="auto">
          <a:xfrm>
            <a:off x="1600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9100" name="Rectangle 12"/>
          <p:cNvSpPr>
            <a:spLocks noChangeArrowheads="1"/>
          </p:cNvSpPr>
          <p:nvPr/>
        </p:nvSpPr>
        <p:spPr bwMode="auto">
          <a:xfrm>
            <a:off x="1981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01" name="Rectangle 13"/>
          <p:cNvSpPr>
            <a:spLocks noChangeArrowheads="1"/>
          </p:cNvSpPr>
          <p:nvPr/>
        </p:nvSpPr>
        <p:spPr bwMode="auto">
          <a:xfrm>
            <a:off x="2362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02" name="Rectangle 14"/>
          <p:cNvSpPr>
            <a:spLocks noChangeArrowheads="1"/>
          </p:cNvSpPr>
          <p:nvPr/>
        </p:nvSpPr>
        <p:spPr bwMode="auto">
          <a:xfrm>
            <a:off x="2743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03" name="Rectangle 15"/>
          <p:cNvSpPr>
            <a:spLocks noChangeArrowheads="1"/>
          </p:cNvSpPr>
          <p:nvPr/>
        </p:nvSpPr>
        <p:spPr bwMode="auto">
          <a:xfrm>
            <a:off x="3124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04" name="Rectangle 16"/>
          <p:cNvSpPr>
            <a:spLocks noChangeArrowheads="1"/>
          </p:cNvSpPr>
          <p:nvPr/>
        </p:nvSpPr>
        <p:spPr bwMode="auto">
          <a:xfrm>
            <a:off x="3505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05" name="Rectangle 17"/>
          <p:cNvSpPr>
            <a:spLocks noChangeArrowheads="1"/>
          </p:cNvSpPr>
          <p:nvPr/>
        </p:nvSpPr>
        <p:spPr bwMode="auto">
          <a:xfrm>
            <a:off x="3886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06" name="Rectangle 18"/>
          <p:cNvSpPr>
            <a:spLocks noChangeArrowheads="1"/>
          </p:cNvSpPr>
          <p:nvPr/>
        </p:nvSpPr>
        <p:spPr bwMode="auto">
          <a:xfrm>
            <a:off x="1219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9107" name="Rectangle 19"/>
          <p:cNvSpPr>
            <a:spLocks noChangeArrowheads="1"/>
          </p:cNvSpPr>
          <p:nvPr/>
        </p:nvSpPr>
        <p:spPr bwMode="auto">
          <a:xfrm>
            <a:off x="1600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9108" name="Rectangle 20"/>
          <p:cNvSpPr>
            <a:spLocks noChangeArrowheads="1"/>
          </p:cNvSpPr>
          <p:nvPr/>
        </p:nvSpPr>
        <p:spPr bwMode="auto">
          <a:xfrm>
            <a:off x="1981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9109" name="Rectangle 21"/>
          <p:cNvSpPr>
            <a:spLocks noChangeArrowheads="1"/>
          </p:cNvSpPr>
          <p:nvPr/>
        </p:nvSpPr>
        <p:spPr bwMode="auto">
          <a:xfrm>
            <a:off x="2362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10" name="Rectangle 22"/>
          <p:cNvSpPr>
            <a:spLocks noChangeArrowheads="1"/>
          </p:cNvSpPr>
          <p:nvPr/>
        </p:nvSpPr>
        <p:spPr bwMode="auto">
          <a:xfrm>
            <a:off x="2743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11" name="Rectangle 23"/>
          <p:cNvSpPr>
            <a:spLocks noChangeArrowheads="1"/>
          </p:cNvSpPr>
          <p:nvPr/>
        </p:nvSpPr>
        <p:spPr bwMode="auto">
          <a:xfrm>
            <a:off x="3124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12" name="Rectangle 24"/>
          <p:cNvSpPr>
            <a:spLocks noChangeArrowheads="1"/>
          </p:cNvSpPr>
          <p:nvPr/>
        </p:nvSpPr>
        <p:spPr bwMode="auto">
          <a:xfrm>
            <a:off x="3505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13" name="Rectangle 25"/>
          <p:cNvSpPr>
            <a:spLocks noChangeArrowheads="1"/>
          </p:cNvSpPr>
          <p:nvPr/>
        </p:nvSpPr>
        <p:spPr bwMode="auto">
          <a:xfrm>
            <a:off x="3886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14" name="Rectangle 26"/>
          <p:cNvSpPr>
            <a:spLocks noChangeArrowheads="1"/>
          </p:cNvSpPr>
          <p:nvPr/>
        </p:nvSpPr>
        <p:spPr bwMode="auto">
          <a:xfrm>
            <a:off x="1219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9115" name="Rectangle 27"/>
          <p:cNvSpPr>
            <a:spLocks noChangeArrowheads="1"/>
          </p:cNvSpPr>
          <p:nvPr/>
        </p:nvSpPr>
        <p:spPr bwMode="auto">
          <a:xfrm>
            <a:off x="1600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16" name="Rectangle 28"/>
          <p:cNvSpPr>
            <a:spLocks noChangeArrowheads="1"/>
          </p:cNvSpPr>
          <p:nvPr/>
        </p:nvSpPr>
        <p:spPr bwMode="auto">
          <a:xfrm>
            <a:off x="1981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17" name="Rectangle 29"/>
          <p:cNvSpPr>
            <a:spLocks noChangeArrowheads="1"/>
          </p:cNvSpPr>
          <p:nvPr/>
        </p:nvSpPr>
        <p:spPr bwMode="auto">
          <a:xfrm>
            <a:off x="2362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18" name="Rectangle 30"/>
          <p:cNvSpPr>
            <a:spLocks noChangeArrowheads="1"/>
          </p:cNvSpPr>
          <p:nvPr/>
        </p:nvSpPr>
        <p:spPr bwMode="auto">
          <a:xfrm>
            <a:off x="2743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19" name="Rectangle 31"/>
          <p:cNvSpPr>
            <a:spLocks noChangeArrowheads="1"/>
          </p:cNvSpPr>
          <p:nvPr/>
        </p:nvSpPr>
        <p:spPr bwMode="auto">
          <a:xfrm>
            <a:off x="3124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20" name="Rectangle 32"/>
          <p:cNvSpPr>
            <a:spLocks noChangeArrowheads="1"/>
          </p:cNvSpPr>
          <p:nvPr/>
        </p:nvSpPr>
        <p:spPr bwMode="auto">
          <a:xfrm>
            <a:off x="3505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21" name="Rectangle 33"/>
          <p:cNvSpPr>
            <a:spLocks noChangeArrowheads="1"/>
          </p:cNvSpPr>
          <p:nvPr/>
        </p:nvSpPr>
        <p:spPr bwMode="auto">
          <a:xfrm>
            <a:off x="3886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22" name="Rectangle 34"/>
          <p:cNvSpPr>
            <a:spLocks noChangeArrowheads="1"/>
          </p:cNvSpPr>
          <p:nvPr/>
        </p:nvSpPr>
        <p:spPr bwMode="auto">
          <a:xfrm>
            <a:off x="1219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89123" name="Rectangle 35"/>
          <p:cNvSpPr>
            <a:spLocks noChangeArrowheads="1"/>
          </p:cNvSpPr>
          <p:nvPr/>
        </p:nvSpPr>
        <p:spPr bwMode="auto">
          <a:xfrm>
            <a:off x="1600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24" name="Rectangle 36"/>
          <p:cNvSpPr>
            <a:spLocks noChangeArrowheads="1"/>
          </p:cNvSpPr>
          <p:nvPr/>
        </p:nvSpPr>
        <p:spPr bwMode="auto">
          <a:xfrm>
            <a:off x="1981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25" name="Rectangle 37"/>
          <p:cNvSpPr>
            <a:spLocks noChangeArrowheads="1"/>
          </p:cNvSpPr>
          <p:nvPr/>
        </p:nvSpPr>
        <p:spPr bwMode="auto">
          <a:xfrm>
            <a:off x="2362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26" name="Rectangle 38"/>
          <p:cNvSpPr>
            <a:spLocks noChangeArrowheads="1"/>
          </p:cNvSpPr>
          <p:nvPr/>
        </p:nvSpPr>
        <p:spPr bwMode="auto">
          <a:xfrm>
            <a:off x="2743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27" name="Rectangle 39"/>
          <p:cNvSpPr>
            <a:spLocks noChangeArrowheads="1"/>
          </p:cNvSpPr>
          <p:nvPr/>
        </p:nvSpPr>
        <p:spPr bwMode="auto">
          <a:xfrm>
            <a:off x="3124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28" name="Rectangle 40"/>
          <p:cNvSpPr>
            <a:spLocks noChangeArrowheads="1"/>
          </p:cNvSpPr>
          <p:nvPr/>
        </p:nvSpPr>
        <p:spPr bwMode="auto">
          <a:xfrm>
            <a:off x="3505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29" name="Rectangle 41"/>
          <p:cNvSpPr>
            <a:spLocks noChangeArrowheads="1"/>
          </p:cNvSpPr>
          <p:nvPr/>
        </p:nvSpPr>
        <p:spPr bwMode="auto">
          <a:xfrm>
            <a:off x="3886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30" name="Rectangle 42"/>
          <p:cNvSpPr>
            <a:spLocks noChangeArrowheads="1"/>
          </p:cNvSpPr>
          <p:nvPr/>
        </p:nvSpPr>
        <p:spPr bwMode="auto">
          <a:xfrm>
            <a:off x="1219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31" name="Rectangle 43"/>
          <p:cNvSpPr>
            <a:spLocks noChangeArrowheads="1"/>
          </p:cNvSpPr>
          <p:nvPr/>
        </p:nvSpPr>
        <p:spPr bwMode="auto">
          <a:xfrm>
            <a:off x="1600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32" name="Rectangle 44"/>
          <p:cNvSpPr>
            <a:spLocks noChangeArrowheads="1"/>
          </p:cNvSpPr>
          <p:nvPr/>
        </p:nvSpPr>
        <p:spPr bwMode="auto">
          <a:xfrm>
            <a:off x="1981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33" name="Rectangle 45"/>
          <p:cNvSpPr>
            <a:spLocks noChangeArrowheads="1"/>
          </p:cNvSpPr>
          <p:nvPr/>
        </p:nvSpPr>
        <p:spPr bwMode="auto">
          <a:xfrm>
            <a:off x="2362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34" name="Rectangle 46"/>
          <p:cNvSpPr>
            <a:spLocks noChangeArrowheads="1"/>
          </p:cNvSpPr>
          <p:nvPr/>
        </p:nvSpPr>
        <p:spPr bwMode="auto">
          <a:xfrm>
            <a:off x="2743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35" name="Rectangle 47"/>
          <p:cNvSpPr>
            <a:spLocks noChangeArrowheads="1"/>
          </p:cNvSpPr>
          <p:nvPr/>
        </p:nvSpPr>
        <p:spPr bwMode="auto">
          <a:xfrm>
            <a:off x="3124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36" name="Rectangle 48"/>
          <p:cNvSpPr>
            <a:spLocks noChangeArrowheads="1"/>
          </p:cNvSpPr>
          <p:nvPr/>
        </p:nvSpPr>
        <p:spPr bwMode="auto">
          <a:xfrm>
            <a:off x="3505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37" name="Rectangle 49"/>
          <p:cNvSpPr>
            <a:spLocks noChangeArrowheads="1"/>
          </p:cNvSpPr>
          <p:nvPr/>
        </p:nvSpPr>
        <p:spPr bwMode="auto">
          <a:xfrm>
            <a:off x="3886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38" name="Rectangle 50"/>
          <p:cNvSpPr>
            <a:spLocks noChangeArrowheads="1"/>
          </p:cNvSpPr>
          <p:nvPr/>
        </p:nvSpPr>
        <p:spPr bwMode="auto">
          <a:xfrm>
            <a:off x="1219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39" name="Rectangle 51"/>
          <p:cNvSpPr>
            <a:spLocks noChangeArrowheads="1"/>
          </p:cNvSpPr>
          <p:nvPr/>
        </p:nvSpPr>
        <p:spPr bwMode="auto">
          <a:xfrm>
            <a:off x="1600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40" name="Rectangle 52"/>
          <p:cNvSpPr>
            <a:spLocks noChangeArrowheads="1"/>
          </p:cNvSpPr>
          <p:nvPr/>
        </p:nvSpPr>
        <p:spPr bwMode="auto">
          <a:xfrm>
            <a:off x="1981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41" name="Rectangle 53"/>
          <p:cNvSpPr>
            <a:spLocks noChangeArrowheads="1"/>
          </p:cNvSpPr>
          <p:nvPr/>
        </p:nvSpPr>
        <p:spPr bwMode="auto">
          <a:xfrm>
            <a:off x="2362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42" name="Rectangle 54"/>
          <p:cNvSpPr>
            <a:spLocks noChangeArrowheads="1"/>
          </p:cNvSpPr>
          <p:nvPr/>
        </p:nvSpPr>
        <p:spPr bwMode="auto">
          <a:xfrm>
            <a:off x="2743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43" name="Rectangle 55"/>
          <p:cNvSpPr>
            <a:spLocks noChangeArrowheads="1"/>
          </p:cNvSpPr>
          <p:nvPr/>
        </p:nvSpPr>
        <p:spPr bwMode="auto">
          <a:xfrm>
            <a:off x="3124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44" name="Rectangle 56"/>
          <p:cNvSpPr>
            <a:spLocks noChangeArrowheads="1"/>
          </p:cNvSpPr>
          <p:nvPr/>
        </p:nvSpPr>
        <p:spPr bwMode="auto">
          <a:xfrm>
            <a:off x="3505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45" name="Rectangle 57"/>
          <p:cNvSpPr>
            <a:spLocks noChangeArrowheads="1"/>
          </p:cNvSpPr>
          <p:nvPr/>
        </p:nvSpPr>
        <p:spPr bwMode="auto">
          <a:xfrm>
            <a:off x="3886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46" name="Rectangle 58"/>
          <p:cNvSpPr>
            <a:spLocks noChangeArrowheads="1"/>
          </p:cNvSpPr>
          <p:nvPr/>
        </p:nvSpPr>
        <p:spPr bwMode="auto">
          <a:xfrm>
            <a:off x="1219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47" name="Rectangle 59"/>
          <p:cNvSpPr>
            <a:spLocks noChangeArrowheads="1"/>
          </p:cNvSpPr>
          <p:nvPr/>
        </p:nvSpPr>
        <p:spPr bwMode="auto">
          <a:xfrm>
            <a:off x="1600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48" name="Rectangle 60"/>
          <p:cNvSpPr>
            <a:spLocks noChangeArrowheads="1"/>
          </p:cNvSpPr>
          <p:nvPr/>
        </p:nvSpPr>
        <p:spPr bwMode="auto">
          <a:xfrm>
            <a:off x="1981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49" name="Rectangle 61"/>
          <p:cNvSpPr>
            <a:spLocks noChangeArrowheads="1"/>
          </p:cNvSpPr>
          <p:nvPr/>
        </p:nvSpPr>
        <p:spPr bwMode="auto">
          <a:xfrm>
            <a:off x="2362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50" name="Rectangle 62"/>
          <p:cNvSpPr>
            <a:spLocks noChangeArrowheads="1"/>
          </p:cNvSpPr>
          <p:nvPr/>
        </p:nvSpPr>
        <p:spPr bwMode="auto">
          <a:xfrm>
            <a:off x="2743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51" name="Rectangle 63"/>
          <p:cNvSpPr>
            <a:spLocks noChangeArrowheads="1"/>
          </p:cNvSpPr>
          <p:nvPr/>
        </p:nvSpPr>
        <p:spPr bwMode="auto">
          <a:xfrm>
            <a:off x="3124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52" name="Rectangle 64"/>
          <p:cNvSpPr>
            <a:spLocks noChangeArrowheads="1"/>
          </p:cNvSpPr>
          <p:nvPr/>
        </p:nvSpPr>
        <p:spPr bwMode="auto">
          <a:xfrm>
            <a:off x="3505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53" name="Rectangle 65"/>
          <p:cNvSpPr>
            <a:spLocks noChangeArrowheads="1"/>
          </p:cNvSpPr>
          <p:nvPr/>
        </p:nvSpPr>
        <p:spPr bwMode="auto">
          <a:xfrm>
            <a:off x="3890963" y="3630613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54" name="Rectangle 66"/>
          <p:cNvSpPr>
            <a:spLocks noChangeArrowheads="1"/>
          </p:cNvSpPr>
          <p:nvPr/>
        </p:nvSpPr>
        <p:spPr bwMode="auto">
          <a:xfrm>
            <a:off x="3886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55" name="Rectangle 67"/>
          <p:cNvSpPr>
            <a:spLocks noChangeArrowheads="1"/>
          </p:cNvSpPr>
          <p:nvPr/>
        </p:nvSpPr>
        <p:spPr bwMode="auto">
          <a:xfrm>
            <a:off x="1219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56" name="Rectangle 68"/>
          <p:cNvSpPr>
            <a:spLocks noChangeArrowheads="1"/>
          </p:cNvSpPr>
          <p:nvPr/>
        </p:nvSpPr>
        <p:spPr bwMode="auto">
          <a:xfrm>
            <a:off x="1600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57" name="Rectangle 69"/>
          <p:cNvSpPr>
            <a:spLocks noChangeArrowheads="1"/>
          </p:cNvSpPr>
          <p:nvPr/>
        </p:nvSpPr>
        <p:spPr bwMode="auto">
          <a:xfrm>
            <a:off x="1981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58" name="Rectangle 70"/>
          <p:cNvSpPr>
            <a:spLocks noChangeArrowheads="1"/>
          </p:cNvSpPr>
          <p:nvPr/>
        </p:nvSpPr>
        <p:spPr bwMode="auto">
          <a:xfrm>
            <a:off x="2362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59" name="Rectangle 71"/>
          <p:cNvSpPr>
            <a:spLocks noChangeArrowheads="1"/>
          </p:cNvSpPr>
          <p:nvPr/>
        </p:nvSpPr>
        <p:spPr bwMode="auto">
          <a:xfrm>
            <a:off x="2743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60" name="Rectangle 72"/>
          <p:cNvSpPr>
            <a:spLocks noChangeArrowheads="1"/>
          </p:cNvSpPr>
          <p:nvPr/>
        </p:nvSpPr>
        <p:spPr bwMode="auto">
          <a:xfrm>
            <a:off x="3124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61" name="Rectangle 73"/>
          <p:cNvSpPr>
            <a:spLocks noChangeArrowheads="1"/>
          </p:cNvSpPr>
          <p:nvPr/>
        </p:nvSpPr>
        <p:spPr bwMode="auto">
          <a:xfrm>
            <a:off x="3505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62" name="Rectangle 74"/>
          <p:cNvSpPr>
            <a:spLocks noChangeArrowheads="1"/>
          </p:cNvSpPr>
          <p:nvPr/>
        </p:nvSpPr>
        <p:spPr bwMode="auto">
          <a:xfrm>
            <a:off x="381000" y="4768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63" name="Rectangle 75"/>
          <p:cNvSpPr>
            <a:spLocks noChangeArrowheads="1"/>
          </p:cNvSpPr>
          <p:nvPr/>
        </p:nvSpPr>
        <p:spPr bwMode="auto">
          <a:xfrm>
            <a:off x="381000" y="2101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64" name="Rectangle 76"/>
          <p:cNvSpPr>
            <a:spLocks noChangeArrowheads="1"/>
          </p:cNvSpPr>
          <p:nvPr/>
        </p:nvSpPr>
        <p:spPr bwMode="auto">
          <a:xfrm>
            <a:off x="381000" y="2482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65" name="Rectangle 77"/>
          <p:cNvSpPr>
            <a:spLocks noChangeArrowheads="1"/>
          </p:cNvSpPr>
          <p:nvPr/>
        </p:nvSpPr>
        <p:spPr bwMode="auto">
          <a:xfrm>
            <a:off x="381000" y="2863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66" name="Rectangle 78"/>
          <p:cNvSpPr>
            <a:spLocks noChangeArrowheads="1"/>
          </p:cNvSpPr>
          <p:nvPr/>
        </p:nvSpPr>
        <p:spPr bwMode="auto">
          <a:xfrm>
            <a:off x="381000" y="3244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67" name="Rectangle 79"/>
          <p:cNvSpPr>
            <a:spLocks noChangeArrowheads="1"/>
          </p:cNvSpPr>
          <p:nvPr/>
        </p:nvSpPr>
        <p:spPr bwMode="auto">
          <a:xfrm>
            <a:off x="381000" y="3625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68" name="Rectangle 80"/>
          <p:cNvSpPr>
            <a:spLocks noChangeArrowheads="1"/>
          </p:cNvSpPr>
          <p:nvPr/>
        </p:nvSpPr>
        <p:spPr bwMode="auto">
          <a:xfrm>
            <a:off x="381000" y="4006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69" name="Rectangle 81"/>
          <p:cNvSpPr>
            <a:spLocks noChangeArrowheads="1"/>
          </p:cNvSpPr>
          <p:nvPr/>
        </p:nvSpPr>
        <p:spPr bwMode="auto">
          <a:xfrm>
            <a:off x="381000" y="4387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71" name="Rectangle 83"/>
          <p:cNvSpPr>
            <a:spLocks noChangeArrowheads="1"/>
          </p:cNvSpPr>
          <p:nvPr/>
        </p:nvSpPr>
        <p:spPr bwMode="auto">
          <a:xfrm>
            <a:off x="838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72" name="Rectangle 84"/>
          <p:cNvSpPr>
            <a:spLocks noChangeArrowheads="1"/>
          </p:cNvSpPr>
          <p:nvPr/>
        </p:nvSpPr>
        <p:spPr bwMode="auto">
          <a:xfrm>
            <a:off x="838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73" name="Rectangle 85"/>
          <p:cNvSpPr>
            <a:spLocks noChangeArrowheads="1"/>
          </p:cNvSpPr>
          <p:nvPr/>
        </p:nvSpPr>
        <p:spPr bwMode="auto">
          <a:xfrm>
            <a:off x="838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74" name="Rectangle 86"/>
          <p:cNvSpPr>
            <a:spLocks noChangeArrowheads="1"/>
          </p:cNvSpPr>
          <p:nvPr/>
        </p:nvSpPr>
        <p:spPr bwMode="auto">
          <a:xfrm>
            <a:off x="838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75" name="Rectangle 87"/>
          <p:cNvSpPr>
            <a:spLocks noChangeArrowheads="1"/>
          </p:cNvSpPr>
          <p:nvPr/>
        </p:nvSpPr>
        <p:spPr bwMode="auto">
          <a:xfrm>
            <a:off x="838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76" name="Rectangle 88"/>
          <p:cNvSpPr>
            <a:spLocks noChangeArrowheads="1"/>
          </p:cNvSpPr>
          <p:nvPr/>
        </p:nvSpPr>
        <p:spPr bwMode="auto">
          <a:xfrm>
            <a:off x="838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77" name="Rectangle 89"/>
          <p:cNvSpPr>
            <a:spLocks noChangeArrowheads="1"/>
          </p:cNvSpPr>
          <p:nvPr/>
        </p:nvSpPr>
        <p:spPr bwMode="auto">
          <a:xfrm>
            <a:off x="838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78" name="Rectangle 90"/>
          <p:cNvSpPr>
            <a:spLocks noChangeArrowheads="1"/>
          </p:cNvSpPr>
          <p:nvPr/>
        </p:nvSpPr>
        <p:spPr bwMode="auto">
          <a:xfrm>
            <a:off x="838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79" name="Rectangle 91"/>
          <p:cNvSpPr>
            <a:spLocks noChangeArrowheads="1"/>
          </p:cNvSpPr>
          <p:nvPr/>
        </p:nvSpPr>
        <p:spPr bwMode="auto">
          <a:xfrm>
            <a:off x="838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80" name="Rectangle 92"/>
          <p:cNvSpPr>
            <a:spLocks noChangeArrowheads="1"/>
          </p:cNvSpPr>
          <p:nvPr/>
        </p:nvSpPr>
        <p:spPr bwMode="auto">
          <a:xfrm>
            <a:off x="381000" y="5149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181" name="Rectangle 93"/>
          <p:cNvSpPr>
            <a:spLocks noChangeArrowheads="1"/>
          </p:cNvSpPr>
          <p:nvPr/>
        </p:nvSpPr>
        <p:spPr bwMode="auto">
          <a:xfrm>
            <a:off x="4267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82" name="Rectangle 94"/>
          <p:cNvSpPr>
            <a:spLocks noChangeArrowheads="1"/>
          </p:cNvSpPr>
          <p:nvPr/>
        </p:nvSpPr>
        <p:spPr bwMode="auto">
          <a:xfrm>
            <a:off x="4267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83" name="Rectangle 95"/>
          <p:cNvSpPr>
            <a:spLocks noChangeArrowheads="1"/>
          </p:cNvSpPr>
          <p:nvPr/>
        </p:nvSpPr>
        <p:spPr bwMode="auto">
          <a:xfrm>
            <a:off x="4267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84" name="Rectangle 96"/>
          <p:cNvSpPr>
            <a:spLocks noChangeArrowheads="1"/>
          </p:cNvSpPr>
          <p:nvPr/>
        </p:nvSpPr>
        <p:spPr bwMode="auto">
          <a:xfrm>
            <a:off x="4267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85" name="Rectangle 97"/>
          <p:cNvSpPr>
            <a:spLocks noChangeArrowheads="1"/>
          </p:cNvSpPr>
          <p:nvPr/>
        </p:nvSpPr>
        <p:spPr bwMode="auto">
          <a:xfrm>
            <a:off x="4267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86" name="Rectangle 98"/>
          <p:cNvSpPr>
            <a:spLocks noChangeArrowheads="1"/>
          </p:cNvSpPr>
          <p:nvPr/>
        </p:nvSpPr>
        <p:spPr bwMode="auto">
          <a:xfrm>
            <a:off x="4267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87" name="Rectangle 99"/>
          <p:cNvSpPr>
            <a:spLocks noChangeArrowheads="1"/>
          </p:cNvSpPr>
          <p:nvPr/>
        </p:nvSpPr>
        <p:spPr bwMode="auto">
          <a:xfrm>
            <a:off x="4267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88" name="Rectangle 100"/>
          <p:cNvSpPr>
            <a:spLocks noChangeArrowheads="1"/>
          </p:cNvSpPr>
          <p:nvPr/>
        </p:nvSpPr>
        <p:spPr bwMode="auto">
          <a:xfrm>
            <a:off x="4267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89" name="Rectangle 101"/>
          <p:cNvSpPr>
            <a:spLocks noChangeArrowheads="1"/>
          </p:cNvSpPr>
          <p:nvPr/>
        </p:nvSpPr>
        <p:spPr bwMode="auto">
          <a:xfrm>
            <a:off x="4267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90" name="Rectangle 102"/>
          <p:cNvSpPr>
            <a:spLocks noChangeArrowheads="1"/>
          </p:cNvSpPr>
          <p:nvPr/>
        </p:nvSpPr>
        <p:spPr bwMode="auto">
          <a:xfrm>
            <a:off x="1600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91" name="Rectangle 103"/>
          <p:cNvSpPr>
            <a:spLocks noChangeArrowheads="1"/>
          </p:cNvSpPr>
          <p:nvPr/>
        </p:nvSpPr>
        <p:spPr bwMode="auto">
          <a:xfrm>
            <a:off x="1981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92" name="Rectangle 104"/>
          <p:cNvSpPr>
            <a:spLocks noChangeArrowheads="1"/>
          </p:cNvSpPr>
          <p:nvPr/>
        </p:nvSpPr>
        <p:spPr bwMode="auto">
          <a:xfrm>
            <a:off x="2362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93" name="Rectangle 105"/>
          <p:cNvSpPr>
            <a:spLocks noChangeArrowheads="1"/>
          </p:cNvSpPr>
          <p:nvPr/>
        </p:nvSpPr>
        <p:spPr bwMode="auto">
          <a:xfrm>
            <a:off x="2743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94" name="Rectangle 106"/>
          <p:cNvSpPr>
            <a:spLocks noChangeArrowheads="1"/>
          </p:cNvSpPr>
          <p:nvPr/>
        </p:nvSpPr>
        <p:spPr bwMode="auto">
          <a:xfrm>
            <a:off x="3124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95" name="Rectangle 107"/>
          <p:cNvSpPr>
            <a:spLocks noChangeArrowheads="1"/>
          </p:cNvSpPr>
          <p:nvPr/>
        </p:nvSpPr>
        <p:spPr bwMode="auto">
          <a:xfrm>
            <a:off x="3505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96" name="Rectangle 108"/>
          <p:cNvSpPr>
            <a:spLocks noChangeArrowheads="1"/>
          </p:cNvSpPr>
          <p:nvPr/>
        </p:nvSpPr>
        <p:spPr bwMode="auto">
          <a:xfrm>
            <a:off x="3886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97" name="Rectangle 109"/>
          <p:cNvSpPr>
            <a:spLocks noChangeArrowheads="1"/>
          </p:cNvSpPr>
          <p:nvPr/>
        </p:nvSpPr>
        <p:spPr bwMode="auto">
          <a:xfrm>
            <a:off x="1219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98" name="Rectangle 110"/>
          <p:cNvSpPr>
            <a:spLocks noChangeArrowheads="1"/>
          </p:cNvSpPr>
          <p:nvPr/>
        </p:nvSpPr>
        <p:spPr bwMode="auto">
          <a:xfrm>
            <a:off x="838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99" name="Rectangle 111"/>
          <p:cNvSpPr>
            <a:spLocks noChangeArrowheads="1"/>
          </p:cNvSpPr>
          <p:nvPr/>
        </p:nvSpPr>
        <p:spPr bwMode="auto">
          <a:xfrm>
            <a:off x="4267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200" name="Rectangle 112"/>
          <p:cNvSpPr>
            <a:spLocks noChangeArrowheads="1"/>
          </p:cNvSpPr>
          <p:nvPr/>
        </p:nvSpPr>
        <p:spPr bwMode="auto">
          <a:xfrm>
            <a:off x="1600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201" name="Rectangle 113"/>
          <p:cNvSpPr>
            <a:spLocks noChangeArrowheads="1"/>
          </p:cNvSpPr>
          <p:nvPr/>
        </p:nvSpPr>
        <p:spPr bwMode="auto">
          <a:xfrm>
            <a:off x="1981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202" name="Rectangle 114"/>
          <p:cNvSpPr>
            <a:spLocks noChangeArrowheads="1"/>
          </p:cNvSpPr>
          <p:nvPr/>
        </p:nvSpPr>
        <p:spPr bwMode="auto">
          <a:xfrm>
            <a:off x="2362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203" name="Rectangle 115"/>
          <p:cNvSpPr>
            <a:spLocks noChangeArrowheads="1"/>
          </p:cNvSpPr>
          <p:nvPr/>
        </p:nvSpPr>
        <p:spPr bwMode="auto">
          <a:xfrm>
            <a:off x="2743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204" name="Rectangle 116"/>
          <p:cNvSpPr>
            <a:spLocks noChangeArrowheads="1"/>
          </p:cNvSpPr>
          <p:nvPr/>
        </p:nvSpPr>
        <p:spPr bwMode="auto">
          <a:xfrm>
            <a:off x="3124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205" name="Rectangle 117"/>
          <p:cNvSpPr>
            <a:spLocks noChangeArrowheads="1"/>
          </p:cNvSpPr>
          <p:nvPr/>
        </p:nvSpPr>
        <p:spPr bwMode="auto">
          <a:xfrm>
            <a:off x="3505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206" name="Rectangle 118"/>
          <p:cNvSpPr>
            <a:spLocks noChangeArrowheads="1"/>
          </p:cNvSpPr>
          <p:nvPr/>
        </p:nvSpPr>
        <p:spPr bwMode="auto">
          <a:xfrm>
            <a:off x="3886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207" name="Rectangle 119"/>
          <p:cNvSpPr>
            <a:spLocks noChangeArrowheads="1"/>
          </p:cNvSpPr>
          <p:nvPr/>
        </p:nvSpPr>
        <p:spPr bwMode="auto">
          <a:xfrm>
            <a:off x="1219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208" name="Rectangle 120"/>
          <p:cNvSpPr>
            <a:spLocks noChangeArrowheads="1"/>
          </p:cNvSpPr>
          <p:nvPr/>
        </p:nvSpPr>
        <p:spPr bwMode="auto">
          <a:xfrm>
            <a:off x="838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209" name="Rectangle 121"/>
          <p:cNvSpPr>
            <a:spLocks noChangeArrowheads="1"/>
          </p:cNvSpPr>
          <p:nvPr/>
        </p:nvSpPr>
        <p:spPr bwMode="auto">
          <a:xfrm>
            <a:off x="4267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210" name="Rectangle 122"/>
          <p:cNvSpPr>
            <a:spLocks noChangeArrowheads="1"/>
          </p:cNvSpPr>
          <p:nvPr/>
        </p:nvSpPr>
        <p:spPr bwMode="auto">
          <a:xfrm>
            <a:off x="381000" y="1720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89211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1850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212" name="Text Box 124"/>
          <p:cNvSpPr txBox="1">
            <a:spLocks noChangeArrowheads="1"/>
          </p:cNvSpPr>
          <p:nvPr/>
        </p:nvSpPr>
        <p:spPr bwMode="auto">
          <a:xfrm>
            <a:off x="53340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(2,4)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213" name="Line 125"/>
          <p:cNvSpPr>
            <a:spLocks noChangeShapeType="1"/>
          </p:cNvSpPr>
          <p:nvPr/>
        </p:nvSpPr>
        <p:spPr bwMode="auto">
          <a:xfrm>
            <a:off x="5334000" y="1946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214" name="Line 126"/>
          <p:cNvSpPr>
            <a:spLocks noChangeShapeType="1"/>
          </p:cNvSpPr>
          <p:nvPr/>
        </p:nvSpPr>
        <p:spPr bwMode="auto">
          <a:xfrm>
            <a:off x="5334000" y="2708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215" name="AutoShape 127"/>
          <p:cNvSpPr>
            <a:spLocks noChangeArrowheads="1"/>
          </p:cNvSpPr>
          <p:nvPr/>
        </p:nvSpPr>
        <p:spPr bwMode="auto">
          <a:xfrm>
            <a:off x="4800600" y="727075"/>
            <a:ext cx="1143000" cy="1600200"/>
          </a:xfrm>
          <a:custGeom>
            <a:avLst/>
            <a:gdLst>
              <a:gd name="T0" fmla="*/ 310885 w 21600"/>
              <a:gd name="T1" fmla="*/ 1512189 h 21600"/>
              <a:gd name="T2" fmla="*/ 539380 w 21600"/>
              <a:gd name="T3" fmla="*/ 1511819 h 21600"/>
              <a:gd name="T4" fmla="*/ 367506 w 21600"/>
              <a:gd name="T5" fmla="*/ 1357429 h 21600"/>
              <a:gd name="T6" fmla="*/ 19156 w 21600"/>
              <a:gd name="T7" fmla="*/ 1434327 h 21600"/>
              <a:gd name="T8" fmla="*/ 47572 w 21600"/>
              <a:gd name="T9" fmla="*/ 1030499 h 21600"/>
              <a:gd name="T10" fmla="*/ 336074 w 21600"/>
              <a:gd name="T11" fmla="*/ 107035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4264" y="16160"/>
                </a:moveTo>
                <a:cubicBezTo>
                  <a:pt x="5751" y="17974"/>
                  <a:pt x="7926" y="19088"/>
                  <a:pt x="10267" y="19236"/>
                </a:cubicBezTo>
                <a:lnTo>
                  <a:pt x="10119" y="21578"/>
                </a:lnTo>
                <a:cubicBezTo>
                  <a:pt x="7128" y="21389"/>
                  <a:pt x="4350" y="19966"/>
                  <a:pt x="2449" y="17649"/>
                </a:cubicBezTo>
                <a:lnTo>
                  <a:pt x="362" y="19361"/>
                </a:lnTo>
                <a:lnTo>
                  <a:pt x="899" y="13910"/>
                </a:lnTo>
                <a:lnTo>
                  <a:pt x="6351" y="14448"/>
                </a:lnTo>
                <a:lnTo>
                  <a:pt x="4264" y="16160"/>
                </a:lnTo>
                <a:close/>
              </a:path>
            </a:pathLst>
          </a:custGeom>
          <a:solidFill>
            <a:schemeClr val="folHlink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216" name="AutoShape 128"/>
          <p:cNvSpPr>
            <a:spLocks noChangeArrowheads="1"/>
          </p:cNvSpPr>
          <p:nvPr/>
        </p:nvSpPr>
        <p:spPr bwMode="auto">
          <a:xfrm>
            <a:off x="8305800" y="1489075"/>
            <a:ext cx="762000" cy="838200"/>
          </a:xfrm>
          <a:custGeom>
            <a:avLst/>
            <a:gdLst>
              <a:gd name="T0" fmla="*/ 732331 w 21600"/>
              <a:gd name="T1" fmla="*/ 581230 h 21600"/>
              <a:gd name="T2" fmla="*/ 578485 w 21600"/>
              <a:gd name="T3" fmla="*/ 192708 h 21600"/>
              <a:gd name="T4" fmla="*/ 555660 w 21600"/>
              <a:gd name="T5" fmla="*/ 499699 h 21600"/>
              <a:gd name="T6" fmla="*/ 366889 w 21600"/>
              <a:gd name="T7" fmla="*/ 942742 h 21600"/>
              <a:gd name="T8" fmla="*/ 181575 w 21600"/>
              <a:gd name="T9" fmla="*/ 726479 h 21600"/>
              <a:gd name="T10" fmla="*/ 378178 w 21600"/>
              <a:gd name="T11" fmla="*/ 52263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641" y="16167"/>
                </a:moveTo>
                <a:cubicBezTo>
                  <a:pt x="10693" y="16169"/>
                  <a:pt x="10746" y="16170"/>
                  <a:pt x="10800" y="16170"/>
                </a:cubicBezTo>
                <a:cubicBezTo>
                  <a:pt x="13765" y="16170"/>
                  <a:pt x="16170" y="13765"/>
                  <a:pt x="16170" y="10800"/>
                </a:cubicBezTo>
                <a:cubicBezTo>
                  <a:pt x="16170" y="9337"/>
                  <a:pt x="15573" y="7938"/>
                  <a:pt x="14518" y="6925"/>
                </a:cubicBezTo>
                <a:lnTo>
                  <a:pt x="18278" y="3008"/>
                </a:lnTo>
                <a:cubicBezTo>
                  <a:pt x="20400" y="5044"/>
                  <a:pt x="21600" y="7858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693" y="21600"/>
                  <a:pt x="10586" y="21598"/>
                  <a:pt x="10480" y="21595"/>
                </a:cubicBezTo>
                <a:lnTo>
                  <a:pt x="10400" y="24294"/>
                </a:lnTo>
                <a:lnTo>
                  <a:pt x="5147" y="18721"/>
                </a:lnTo>
                <a:lnTo>
                  <a:pt x="10720" y="13468"/>
                </a:lnTo>
                <a:lnTo>
                  <a:pt x="10641" y="16167"/>
                </a:lnTo>
                <a:close/>
              </a:path>
            </a:pathLst>
          </a:cu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217" name="Text Box 129"/>
          <p:cNvSpPr txBox="1">
            <a:spLocks noChangeArrowheads="1"/>
          </p:cNvSpPr>
          <p:nvPr/>
        </p:nvSpPr>
        <p:spPr bwMode="auto">
          <a:xfrm>
            <a:off x="61722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(5,3)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89218" name="Text Box 130"/>
          <p:cNvSpPr txBox="1">
            <a:spLocks noChangeArrowheads="1"/>
          </p:cNvSpPr>
          <p:nvPr/>
        </p:nvSpPr>
        <p:spPr bwMode="auto">
          <a:xfrm>
            <a:off x="70104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(7,1)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2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1219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1600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1981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2362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7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18" name="Rectangle 6"/>
          <p:cNvSpPr>
            <a:spLocks noChangeArrowheads="1"/>
          </p:cNvSpPr>
          <p:nvPr/>
        </p:nvSpPr>
        <p:spPr bwMode="auto">
          <a:xfrm>
            <a:off x="2743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19" name="Rectangle 7"/>
          <p:cNvSpPr>
            <a:spLocks noChangeArrowheads="1"/>
          </p:cNvSpPr>
          <p:nvPr/>
        </p:nvSpPr>
        <p:spPr bwMode="auto">
          <a:xfrm>
            <a:off x="3124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20" name="Rectangle 8"/>
          <p:cNvSpPr>
            <a:spLocks noChangeArrowheads="1"/>
          </p:cNvSpPr>
          <p:nvPr/>
        </p:nvSpPr>
        <p:spPr bwMode="auto">
          <a:xfrm>
            <a:off x="3505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21" name="Rectangle 9"/>
          <p:cNvSpPr>
            <a:spLocks noChangeArrowheads="1"/>
          </p:cNvSpPr>
          <p:nvPr/>
        </p:nvSpPr>
        <p:spPr bwMode="auto">
          <a:xfrm>
            <a:off x="3886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22" name="Rectangle 10"/>
          <p:cNvSpPr>
            <a:spLocks noChangeArrowheads="1"/>
          </p:cNvSpPr>
          <p:nvPr/>
        </p:nvSpPr>
        <p:spPr bwMode="auto">
          <a:xfrm>
            <a:off x="1219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0123" name="Rectangle 11"/>
          <p:cNvSpPr>
            <a:spLocks noChangeArrowheads="1"/>
          </p:cNvSpPr>
          <p:nvPr/>
        </p:nvSpPr>
        <p:spPr bwMode="auto">
          <a:xfrm>
            <a:off x="1600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0124" name="Rectangle 12"/>
          <p:cNvSpPr>
            <a:spLocks noChangeArrowheads="1"/>
          </p:cNvSpPr>
          <p:nvPr/>
        </p:nvSpPr>
        <p:spPr bwMode="auto">
          <a:xfrm>
            <a:off x="1981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25" name="Rectangle 13"/>
          <p:cNvSpPr>
            <a:spLocks noChangeArrowheads="1"/>
          </p:cNvSpPr>
          <p:nvPr/>
        </p:nvSpPr>
        <p:spPr bwMode="auto">
          <a:xfrm>
            <a:off x="2362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26" name="Rectangle 14"/>
          <p:cNvSpPr>
            <a:spLocks noChangeArrowheads="1"/>
          </p:cNvSpPr>
          <p:nvPr/>
        </p:nvSpPr>
        <p:spPr bwMode="auto">
          <a:xfrm>
            <a:off x="2743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7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27" name="Rectangle 15"/>
          <p:cNvSpPr>
            <a:spLocks noChangeArrowheads="1"/>
          </p:cNvSpPr>
          <p:nvPr/>
        </p:nvSpPr>
        <p:spPr bwMode="auto">
          <a:xfrm>
            <a:off x="3124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28" name="Rectangle 16"/>
          <p:cNvSpPr>
            <a:spLocks noChangeArrowheads="1"/>
          </p:cNvSpPr>
          <p:nvPr/>
        </p:nvSpPr>
        <p:spPr bwMode="auto">
          <a:xfrm>
            <a:off x="3505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29" name="Rectangle 17"/>
          <p:cNvSpPr>
            <a:spLocks noChangeArrowheads="1"/>
          </p:cNvSpPr>
          <p:nvPr/>
        </p:nvSpPr>
        <p:spPr bwMode="auto">
          <a:xfrm>
            <a:off x="3886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30" name="Rectangle 18"/>
          <p:cNvSpPr>
            <a:spLocks noChangeArrowheads="1"/>
          </p:cNvSpPr>
          <p:nvPr/>
        </p:nvSpPr>
        <p:spPr bwMode="auto">
          <a:xfrm>
            <a:off x="1219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0131" name="Rectangle 19"/>
          <p:cNvSpPr>
            <a:spLocks noChangeArrowheads="1"/>
          </p:cNvSpPr>
          <p:nvPr/>
        </p:nvSpPr>
        <p:spPr bwMode="auto">
          <a:xfrm>
            <a:off x="1600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0132" name="Rectangle 20"/>
          <p:cNvSpPr>
            <a:spLocks noChangeArrowheads="1"/>
          </p:cNvSpPr>
          <p:nvPr/>
        </p:nvSpPr>
        <p:spPr bwMode="auto">
          <a:xfrm>
            <a:off x="1981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0133" name="Rectangle 21"/>
          <p:cNvSpPr>
            <a:spLocks noChangeArrowheads="1"/>
          </p:cNvSpPr>
          <p:nvPr/>
        </p:nvSpPr>
        <p:spPr bwMode="auto">
          <a:xfrm>
            <a:off x="2362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0134" name="Rectangle 22"/>
          <p:cNvSpPr>
            <a:spLocks noChangeArrowheads="1"/>
          </p:cNvSpPr>
          <p:nvPr/>
        </p:nvSpPr>
        <p:spPr bwMode="auto">
          <a:xfrm>
            <a:off x="2743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35" name="Rectangle 23"/>
          <p:cNvSpPr>
            <a:spLocks noChangeArrowheads="1"/>
          </p:cNvSpPr>
          <p:nvPr/>
        </p:nvSpPr>
        <p:spPr bwMode="auto">
          <a:xfrm>
            <a:off x="3124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36" name="Rectangle 24"/>
          <p:cNvSpPr>
            <a:spLocks noChangeArrowheads="1"/>
          </p:cNvSpPr>
          <p:nvPr/>
        </p:nvSpPr>
        <p:spPr bwMode="auto">
          <a:xfrm>
            <a:off x="3505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37" name="Rectangle 25"/>
          <p:cNvSpPr>
            <a:spLocks noChangeArrowheads="1"/>
          </p:cNvSpPr>
          <p:nvPr/>
        </p:nvSpPr>
        <p:spPr bwMode="auto">
          <a:xfrm>
            <a:off x="3886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38" name="Rectangle 26"/>
          <p:cNvSpPr>
            <a:spLocks noChangeArrowheads="1"/>
          </p:cNvSpPr>
          <p:nvPr/>
        </p:nvSpPr>
        <p:spPr bwMode="auto">
          <a:xfrm>
            <a:off x="1219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0139" name="Rectangle 27"/>
          <p:cNvSpPr>
            <a:spLocks noChangeArrowheads="1"/>
          </p:cNvSpPr>
          <p:nvPr/>
        </p:nvSpPr>
        <p:spPr bwMode="auto">
          <a:xfrm>
            <a:off x="1600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40" name="Rectangle 28"/>
          <p:cNvSpPr>
            <a:spLocks noChangeArrowheads="1"/>
          </p:cNvSpPr>
          <p:nvPr/>
        </p:nvSpPr>
        <p:spPr bwMode="auto">
          <a:xfrm>
            <a:off x="1981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41" name="Rectangle 29"/>
          <p:cNvSpPr>
            <a:spLocks noChangeArrowheads="1"/>
          </p:cNvSpPr>
          <p:nvPr/>
        </p:nvSpPr>
        <p:spPr bwMode="auto">
          <a:xfrm>
            <a:off x="2362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42" name="Rectangle 30"/>
          <p:cNvSpPr>
            <a:spLocks noChangeArrowheads="1"/>
          </p:cNvSpPr>
          <p:nvPr/>
        </p:nvSpPr>
        <p:spPr bwMode="auto">
          <a:xfrm>
            <a:off x="2743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43" name="Rectangle 31"/>
          <p:cNvSpPr>
            <a:spLocks noChangeArrowheads="1"/>
          </p:cNvSpPr>
          <p:nvPr/>
        </p:nvSpPr>
        <p:spPr bwMode="auto">
          <a:xfrm>
            <a:off x="3124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44" name="Rectangle 32"/>
          <p:cNvSpPr>
            <a:spLocks noChangeArrowheads="1"/>
          </p:cNvSpPr>
          <p:nvPr/>
        </p:nvSpPr>
        <p:spPr bwMode="auto">
          <a:xfrm>
            <a:off x="3505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45" name="Rectangle 33"/>
          <p:cNvSpPr>
            <a:spLocks noChangeArrowheads="1"/>
          </p:cNvSpPr>
          <p:nvPr/>
        </p:nvSpPr>
        <p:spPr bwMode="auto">
          <a:xfrm>
            <a:off x="3886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46" name="Rectangle 34"/>
          <p:cNvSpPr>
            <a:spLocks noChangeArrowheads="1"/>
          </p:cNvSpPr>
          <p:nvPr/>
        </p:nvSpPr>
        <p:spPr bwMode="auto">
          <a:xfrm>
            <a:off x="1219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0147" name="Rectangle 35"/>
          <p:cNvSpPr>
            <a:spLocks noChangeArrowheads="1"/>
          </p:cNvSpPr>
          <p:nvPr/>
        </p:nvSpPr>
        <p:spPr bwMode="auto">
          <a:xfrm>
            <a:off x="1600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0148" name="Rectangle 36"/>
          <p:cNvSpPr>
            <a:spLocks noChangeArrowheads="1"/>
          </p:cNvSpPr>
          <p:nvPr/>
        </p:nvSpPr>
        <p:spPr bwMode="auto">
          <a:xfrm>
            <a:off x="1981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49" name="Rectangle 37"/>
          <p:cNvSpPr>
            <a:spLocks noChangeArrowheads="1"/>
          </p:cNvSpPr>
          <p:nvPr/>
        </p:nvSpPr>
        <p:spPr bwMode="auto">
          <a:xfrm>
            <a:off x="2362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50" name="Rectangle 38"/>
          <p:cNvSpPr>
            <a:spLocks noChangeArrowheads="1"/>
          </p:cNvSpPr>
          <p:nvPr/>
        </p:nvSpPr>
        <p:spPr bwMode="auto">
          <a:xfrm>
            <a:off x="2743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51" name="Rectangle 39"/>
          <p:cNvSpPr>
            <a:spLocks noChangeArrowheads="1"/>
          </p:cNvSpPr>
          <p:nvPr/>
        </p:nvSpPr>
        <p:spPr bwMode="auto">
          <a:xfrm>
            <a:off x="3124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52" name="Rectangle 40"/>
          <p:cNvSpPr>
            <a:spLocks noChangeArrowheads="1"/>
          </p:cNvSpPr>
          <p:nvPr/>
        </p:nvSpPr>
        <p:spPr bwMode="auto">
          <a:xfrm>
            <a:off x="3505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53" name="Rectangle 41"/>
          <p:cNvSpPr>
            <a:spLocks noChangeArrowheads="1"/>
          </p:cNvSpPr>
          <p:nvPr/>
        </p:nvSpPr>
        <p:spPr bwMode="auto">
          <a:xfrm>
            <a:off x="3886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54" name="Rectangle 42"/>
          <p:cNvSpPr>
            <a:spLocks noChangeArrowheads="1"/>
          </p:cNvSpPr>
          <p:nvPr/>
        </p:nvSpPr>
        <p:spPr bwMode="auto">
          <a:xfrm>
            <a:off x="1219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0155" name="Rectangle 43"/>
          <p:cNvSpPr>
            <a:spLocks noChangeArrowheads="1"/>
          </p:cNvSpPr>
          <p:nvPr/>
        </p:nvSpPr>
        <p:spPr bwMode="auto">
          <a:xfrm>
            <a:off x="1600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56" name="Rectangle 44"/>
          <p:cNvSpPr>
            <a:spLocks noChangeArrowheads="1"/>
          </p:cNvSpPr>
          <p:nvPr/>
        </p:nvSpPr>
        <p:spPr bwMode="auto">
          <a:xfrm>
            <a:off x="1981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7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57" name="Rectangle 45"/>
          <p:cNvSpPr>
            <a:spLocks noChangeArrowheads="1"/>
          </p:cNvSpPr>
          <p:nvPr/>
        </p:nvSpPr>
        <p:spPr bwMode="auto">
          <a:xfrm>
            <a:off x="2362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58" name="Rectangle 46"/>
          <p:cNvSpPr>
            <a:spLocks noChangeArrowheads="1"/>
          </p:cNvSpPr>
          <p:nvPr/>
        </p:nvSpPr>
        <p:spPr bwMode="auto">
          <a:xfrm>
            <a:off x="2743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59" name="Rectangle 47"/>
          <p:cNvSpPr>
            <a:spLocks noChangeArrowheads="1"/>
          </p:cNvSpPr>
          <p:nvPr/>
        </p:nvSpPr>
        <p:spPr bwMode="auto">
          <a:xfrm>
            <a:off x="3124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60" name="Rectangle 48"/>
          <p:cNvSpPr>
            <a:spLocks noChangeArrowheads="1"/>
          </p:cNvSpPr>
          <p:nvPr/>
        </p:nvSpPr>
        <p:spPr bwMode="auto">
          <a:xfrm>
            <a:off x="3505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61" name="Rectangle 49"/>
          <p:cNvSpPr>
            <a:spLocks noChangeArrowheads="1"/>
          </p:cNvSpPr>
          <p:nvPr/>
        </p:nvSpPr>
        <p:spPr bwMode="auto">
          <a:xfrm>
            <a:off x="3886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62" name="Rectangle 50"/>
          <p:cNvSpPr>
            <a:spLocks noChangeArrowheads="1"/>
          </p:cNvSpPr>
          <p:nvPr/>
        </p:nvSpPr>
        <p:spPr bwMode="auto">
          <a:xfrm>
            <a:off x="1219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63" name="Rectangle 51"/>
          <p:cNvSpPr>
            <a:spLocks noChangeArrowheads="1"/>
          </p:cNvSpPr>
          <p:nvPr/>
        </p:nvSpPr>
        <p:spPr bwMode="auto">
          <a:xfrm>
            <a:off x="1600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64" name="Rectangle 52"/>
          <p:cNvSpPr>
            <a:spLocks noChangeArrowheads="1"/>
          </p:cNvSpPr>
          <p:nvPr/>
        </p:nvSpPr>
        <p:spPr bwMode="auto">
          <a:xfrm>
            <a:off x="1981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65" name="Rectangle 53"/>
          <p:cNvSpPr>
            <a:spLocks noChangeArrowheads="1"/>
          </p:cNvSpPr>
          <p:nvPr/>
        </p:nvSpPr>
        <p:spPr bwMode="auto">
          <a:xfrm>
            <a:off x="2362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66" name="Rectangle 54"/>
          <p:cNvSpPr>
            <a:spLocks noChangeArrowheads="1"/>
          </p:cNvSpPr>
          <p:nvPr/>
        </p:nvSpPr>
        <p:spPr bwMode="auto">
          <a:xfrm>
            <a:off x="2743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67" name="Rectangle 55"/>
          <p:cNvSpPr>
            <a:spLocks noChangeArrowheads="1"/>
          </p:cNvSpPr>
          <p:nvPr/>
        </p:nvSpPr>
        <p:spPr bwMode="auto">
          <a:xfrm>
            <a:off x="3124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68" name="Rectangle 56"/>
          <p:cNvSpPr>
            <a:spLocks noChangeArrowheads="1"/>
          </p:cNvSpPr>
          <p:nvPr/>
        </p:nvSpPr>
        <p:spPr bwMode="auto">
          <a:xfrm>
            <a:off x="3505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69" name="Rectangle 57"/>
          <p:cNvSpPr>
            <a:spLocks noChangeArrowheads="1"/>
          </p:cNvSpPr>
          <p:nvPr/>
        </p:nvSpPr>
        <p:spPr bwMode="auto">
          <a:xfrm>
            <a:off x="3886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70" name="Rectangle 58"/>
          <p:cNvSpPr>
            <a:spLocks noChangeArrowheads="1"/>
          </p:cNvSpPr>
          <p:nvPr/>
        </p:nvSpPr>
        <p:spPr bwMode="auto">
          <a:xfrm>
            <a:off x="1219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71" name="Rectangle 59"/>
          <p:cNvSpPr>
            <a:spLocks noChangeArrowheads="1"/>
          </p:cNvSpPr>
          <p:nvPr/>
        </p:nvSpPr>
        <p:spPr bwMode="auto">
          <a:xfrm>
            <a:off x="1600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72" name="Rectangle 60"/>
          <p:cNvSpPr>
            <a:spLocks noChangeArrowheads="1"/>
          </p:cNvSpPr>
          <p:nvPr/>
        </p:nvSpPr>
        <p:spPr bwMode="auto">
          <a:xfrm>
            <a:off x="1981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73" name="Rectangle 61"/>
          <p:cNvSpPr>
            <a:spLocks noChangeArrowheads="1"/>
          </p:cNvSpPr>
          <p:nvPr/>
        </p:nvSpPr>
        <p:spPr bwMode="auto">
          <a:xfrm>
            <a:off x="2362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74" name="Rectangle 62"/>
          <p:cNvSpPr>
            <a:spLocks noChangeArrowheads="1"/>
          </p:cNvSpPr>
          <p:nvPr/>
        </p:nvSpPr>
        <p:spPr bwMode="auto">
          <a:xfrm>
            <a:off x="2743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75" name="Rectangle 63"/>
          <p:cNvSpPr>
            <a:spLocks noChangeArrowheads="1"/>
          </p:cNvSpPr>
          <p:nvPr/>
        </p:nvSpPr>
        <p:spPr bwMode="auto">
          <a:xfrm>
            <a:off x="3124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76" name="Rectangle 64"/>
          <p:cNvSpPr>
            <a:spLocks noChangeArrowheads="1"/>
          </p:cNvSpPr>
          <p:nvPr/>
        </p:nvSpPr>
        <p:spPr bwMode="auto">
          <a:xfrm>
            <a:off x="3505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77" name="Rectangle 65"/>
          <p:cNvSpPr>
            <a:spLocks noChangeArrowheads="1"/>
          </p:cNvSpPr>
          <p:nvPr/>
        </p:nvSpPr>
        <p:spPr bwMode="auto">
          <a:xfrm>
            <a:off x="3894138" y="3630613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78" name="Rectangle 66"/>
          <p:cNvSpPr>
            <a:spLocks noChangeArrowheads="1"/>
          </p:cNvSpPr>
          <p:nvPr/>
        </p:nvSpPr>
        <p:spPr bwMode="auto">
          <a:xfrm>
            <a:off x="3886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79" name="Rectangle 67"/>
          <p:cNvSpPr>
            <a:spLocks noChangeArrowheads="1"/>
          </p:cNvSpPr>
          <p:nvPr/>
        </p:nvSpPr>
        <p:spPr bwMode="auto">
          <a:xfrm>
            <a:off x="1219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80" name="Rectangle 68"/>
          <p:cNvSpPr>
            <a:spLocks noChangeArrowheads="1"/>
          </p:cNvSpPr>
          <p:nvPr/>
        </p:nvSpPr>
        <p:spPr bwMode="auto">
          <a:xfrm>
            <a:off x="1600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81" name="Rectangle 69"/>
          <p:cNvSpPr>
            <a:spLocks noChangeArrowheads="1"/>
          </p:cNvSpPr>
          <p:nvPr/>
        </p:nvSpPr>
        <p:spPr bwMode="auto">
          <a:xfrm>
            <a:off x="1981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82" name="Rectangle 70"/>
          <p:cNvSpPr>
            <a:spLocks noChangeArrowheads="1"/>
          </p:cNvSpPr>
          <p:nvPr/>
        </p:nvSpPr>
        <p:spPr bwMode="auto">
          <a:xfrm>
            <a:off x="2362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83" name="Rectangle 71"/>
          <p:cNvSpPr>
            <a:spLocks noChangeArrowheads="1"/>
          </p:cNvSpPr>
          <p:nvPr/>
        </p:nvSpPr>
        <p:spPr bwMode="auto">
          <a:xfrm>
            <a:off x="2743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84" name="Rectangle 72"/>
          <p:cNvSpPr>
            <a:spLocks noChangeArrowheads="1"/>
          </p:cNvSpPr>
          <p:nvPr/>
        </p:nvSpPr>
        <p:spPr bwMode="auto">
          <a:xfrm>
            <a:off x="3124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85" name="Rectangle 73"/>
          <p:cNvSpPr>
            <a:spLocks noChangeArrowheads="1"/>
          </p:cNvSpPr>
          <p:nvPr/>
        </p:nvSpPr>
        <p:spPr bwMode="auto">
          <a:xfrm>
            <a:off x="3505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86" name="Rectangle 74"/>
          <p:cNvSpPr>
            <a:spLocks noChangeArrowheads="1"/>
          </p:cNvSpPr>
          <p:nvPr/>
        </p:nvSpPr>
        <p:spPr bwMode="auto">
          <a:xfrm>
            <a:off x="381000" y="4768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87" name="Rectangle 75"/>
          <p:cNvSpPr>
            <a:spLocks noChangeArrowheads="1"/>
          </p:cNvSpPr>
          <p:nvPr/>
        </p:nvSpPr>
        <p:spPr bwMode="auto">
          <a:xfrm>
            <a:off x="381000" y="2101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88" name="Rectangle 76"/>
          <p:cNvSpPr>
            <a:spLocks noChangeArrowheads="1"/>
          </p:cNvSpPr>
          <p:nvPr/>
        </p:nvSpPr>
        <p:spPr bwMode="auto">
          <a:xfrm>
            <a:off x="381000" y="2482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89" name="Rectangle 77"/>
          <p:cNvSpPr>
            <a:spLocks noChangeArrowheads="1"/>
          </p:cNvSpPr>
          <p:nvPr/>
        </p:nvSpPr>
        <p:spPr bwMode="auto">
          <a:xfrm>
            <a:off x="381000" y="2863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90" name="Rectangle 78"/>
          <p:cNvSpPr>
            <a:spLocks noChangeArrowheads="1"/>
          </p:cNvSpPr>
          <p:nvPr/>
        </p:nvSpPr>
        <p:spPr bwMode="auto">
          <a:xfrm>
            <a:off x="381000" y="3244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91" name="Rectangle 79"/>
          <p:cNvSpPr>
            <a:spLocks noChangeArrowheads="1"/>
          </p:cNvSpPr>
          <p:nvPr/>
        </p:nvSpPr>
        <p:spPr bwMode="auto">
          <a:xfrm>
            <a:off x="381000" y="3625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92" name="Rectangle 80"/>
          <p:cNvSpPr>
            <a:spLocks noChangeArrowheads="1"/>
          </p:cNvSpPr>
          <p:nvPr/>
        </p:nvSpPr>
        <p:spPr bwMode="auto">
          <a:xfrm>
            <a:off x="381000" y="4006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93" name="Rectangle 81"/>
          <p:cNvSpPr>
            <a:spLocks noChangeArrowheads="1"/>
          </p:cNvSpPr>
          <p:nvPr/>
        </p:nvSpPr>
        <p:spPr bwMode="auto">
          <a:xfrm>
            <a:off x="381000" y="4387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195" name="Rectangle 83"/>
          <p:cNvSpPr>
            <a:spLocks noChangeArrowheads="1"/>
          </p:cNvSpPr>
          <p:nvPr/>
        </p:nvSpPr>
        <p:spPr bwMode="auto">
          <a:xfrm>
            <a:off x="838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96" name="Rectangle 84"/>
          <p:cNvSpPr>
            <a:spLocks noChangeArrowheads="1"/>
          </p:cNvSpPr>
          <p:nvPr/>
        </p:nvSpPr>
        <p:spPr bwMode="auto">
          <a:xfrm>
            <a:off x="838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97" name="Rectangle 85"/>
          <p:cNvSpPr>
            <a:spLocks noChangeArrowheads="1"/>
          </p:cNvSpPr>
          <p:nvPr/>
        </p:nvSpPr>
        <p:spPr bwMode="auto">
          <a:xfrm>
            <a:off x="838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98" name="Rectangle 86"/>
          <p:cNvSpPr>
            <a:spLocks noChangeArrowheads="1"/>
          </p:cNvSpPr>
          <p:nvPr/>
        </p:nvSpPr>
        <p:spPr bwMode="auto">
          <a:xfrm>
            <a:off x="838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99" name="Rectangle 87"/>
          <p:cNvSpPr>
            <a:spLocks noChangeArrowheads="1"/>
          </p:cNvSpPr>
          <p:nvPr/>
        </p:nvSpPr>
        <p:spPr bwMode="auto">
          <a:xfrm>
            <a:off x="838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00" name="Rectangle 88"/>
          <p:cNvSpPr>
            <a:spLocks noChangeArrowheads="1"/>
          </p:cNvSpPr>
          <p:nvPr/>
        </p:nvSpPr>
        <p:spPr bwMode="auto">
          <a:xfrm>
            <a:off x="838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01" name="Rectangle 89"/>
          <p:cNvSpPr>
            <a:spLocks noChangeArrowheads="1"/>
          </p:cNvSpPr>
          <p:nvPr/>
        </p:nvSpPr>
        <p:spPr bwMode="auto">
          <a:xfrm>
            <a:off x="838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02" name="Rectangle 90"/>
          <p:cNvSpPr>
            <a:spLocks noChangeArrowheads="1"/>
          </p:cNvSpPr>
          <p:nvPr/>
        </p:nvSpPr>
        <p:spPr bwMode="auto">
          <a:xfrm>
            <a:off x="838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03" name="Rectangle 91"/>
          <p:cNvSpPr>
            <a:spLocks noChangeArrowheads="1"/>
          </p:cNvSpPr>
          <p:nvPr/>
        </p:nvSpPr>
        <p:spPr bwMode="auto">
          <a:xfrm>
            <a:off x="838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04" name="Rectangle 92"/>
          <p:cNvSpPr>
            <a:spLocks noChangeArrowheads="1"/>
          </p:cNvSpPr>
          <p:nvPr/>
        </p:nvSpPr>
        <p:spPr bwMode="auto">
          <a:xfrm>
            <a:off x="381000" y="5149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205" name="Rectangle 93"/>
          <p:cNvSpPr>
            <a:spLocks noChangeArrowheads="1"/>
          </p:cNvSpPr>
          <p:nvPr/>
        </p:nvSpPr>
        <p:spPr bwMode="auto">
          <a:xfrm>
            <a:off x="4267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06" name="Rectangle 94"/>
          <p:cNvSpPr>
            <a:spLocks noChangeArrowheads="1"/>
          </p:cNvSpPr>
          <p:nvPr/>
        </p:nvSpPr>
        <p:spPr bwMode="auto">
          <a:xfrm>
            <a:off x="4267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07" name="Rectangle 95"/>
          <p:cNvSpPr>
            <a:spLocks noChangeArrowheads="1"/>
          </p:cNvSpPr>
          <p:nvPr/>
        </p:nvSpPr>
        <p:spPr bwMode="auto">
          <a:xfrm>
            <a:off x="4267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08" name="Rectangle 96"/>
          <p:cNvSpPr>
            <a:spLocks noChangeArrowheads="1"/>
          </p:cNvSpPr>
          <p:nvPr/>
        </p:nvSpPr>
        <p:spPr bwMode="auto">
          <a:xfrm>
            <a:off x="4267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09" name="Rectangle 97"/>
          <p:cNvSpPr>
            <a:spLocks noChangeArrowheads="1"/>
          </p:cNvSpPr>
          <p:nvPr/>
        </p:nvSpPr>
        <p:spPr bwMode="auto">
          <a:xfrm>
            <a:off x="4267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10" name="Rectangle 98"/>
          <p:cNvSpPr>
            <a:spLocks noChangeArrowheads="1"/>
          </p:cNvSpPr>
          <p:nvPr/>
        </p:nvSpPr>
        <p:spPr bwMode="auto">
          <a:xfrm>
            <a:off x="4267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11" name="Rectangle 99"/>
          <p:cNvSpPr>
            <a:spLocks noChangeArrowheads="1"/>
          </p:cNvSpPr>
          <p:nvPr/>
        </p:nvSpPr>
        <p:spPr bwMode="auto">
          <a:xfrm>
            <a:off x="4267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12" name="Rectangle 100"/>
          <p:cNvSpPr>
            <a:spLocks noChangeArrowheads="1"/>
          </p:cNvSpPr>
          <p:nvPr/>
        </p:nvSpPr>
        <p:spPr bwMode="auto">
          <a:xfrm>
            <a:off x="4267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13" name="Rectangle 101"/>
          <p:cNvSpPr>
            <a:spLocks noChangeArrowheads="1"/>
          </p:cNvSpPr>
          <p:nvPr/>
        </p:nvSpPr>
        <p:spPr bwMode="auto">
          <a:xfrm>
            <a:off x="4267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14" name="Rectangle 102"/>
          <p:cNvSpPr>
            <a:spLocks noChangeArrowheads="1"/>
          </p:cNvSpPr>
          <p:nvPr/>
        </p:nvSpPr>
        <p:spPr bwMode="auto">
          <a:xfrm>
            <a:off x="1600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15" name="Rectangle 103"/>
          <p:cNvSpPr>
            <a:spLocks noChangeArrowheads="1"/>
          </p:cNvSpPr>
          <p:nvPr/>
        </p:nvSpPr>
        <p:spPr bwMode="auto">
          <a:xfrm>
            <a:off x="1981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16" name="Rectangle 104"/>
          <p:cNvSpPr>
            <a:spLocks noChangeArrowheads="1"/>
          </p:cNvSpPr>
          <p:nvPr/>
        </p:nvSpPr>
        <p:spPr bwMode="auto">
          <a:xfrm>
            <a:off x="2362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17" name="Rectangle 105"/>
          <p:cNvSpPr>
            <a:spLocks noChangeArrowheads="1"/>
          </p:cNvSpPr>
          <p:nvPr/>
        </p:nvSpPr>
        <p:spPr bwMode="auto">
          <a:xfrm>
            <a:off x="2743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18" name="Rectangle 106"/>
          <p:cNvSpPr>
            <a:spLocks noChangeArrowheads="1"/>
          </p:cNvSpPr>
          <p:nvPr/>
        </p:nvSpPr>
        <p:spPr bwMode="auto">
          <a:xfrm>
            <a:off x="3124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19" name="Rectangle 107"/>
          <p:cNvSpPr>
            <a:spLocks noChangeArrowheads="1"/>
          </p:cNvSpPr>
          <p:nvPr/>
        </p:nvSpPr>
        <p:spPr bwMode="auto">
          <a:xfrm>
            <a:off x="3505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20" name="Rectangle 108"/>
          <p:cNvSpPr>
            <a:spLocks noChangeArrowheads="1"/>
          </p:cNvSpPr>
          <p:nvPr/>
        </p:nvSpPr>
        <p:spPr bwMode="auto">
          <a:xfrm>
            <a:off x="3886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21" name="Rectangle 109"/>
          <p:cNvSpPr>
            <a:spLocks noChangeArrowheads="1"/>
          </p:cNvSpPr>
          <p:nvPr/>
        </p:nvSpPr>
        <p:spPr bwMode="auto">
          <a:xfrm>
            <a:off x="1219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22" name="Rectangle 110"/>
          <p:cNvSpPr>
            <a:spLocks noChangeArrowheads="1"/>
          </p:cNvSpPr>
          <p:nvPr/>
        </p:nvSpPr>
        <p:spPr bwMode="auto">
          <a:xfrm>
            <a:off x="838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23" name="Rectangle 111"/>
          <p:cNvSpPr>
            <a:spLocks noChangeArrowheads="1"/>
          </p:cNvSpPr>
          <p:nvPr/>
        </p:nvSpPr>
        <p:spPr bwMode="auto">
          <a:xfrm>
            <a:off x="4267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24" name="Rectangle 112"/>
          <p:cNvSpPr>
            <a:spLocks noChangeArrowheads="1"/>
          </p:cNvSpPr>
          <p:nvPr/>
        </p:nvSpPr>
        <p:spPr bwMode="auto">
          <a:xfrm>
            <a:off x="1600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25" name="Rectangle 113"/>
          <p:cNvSpPr>
            <a:spLocks noChangeArrowheads="1"/>
          </p:cNvSpPr>
          <p:nvPr/>
        </p:nvSpPr>
        <p:spPr bwMode="auto">
          <a:xfrm>
            <a:off x="1981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26" name="Rectangle 114"/>
          <p:cNvSpPr>
            <a:spLocks noChangeArrowheads="1"/>
          </p:cNvSpPr>
          <p:nvPr/>
        </p:nvSpPr>
        <p:spPr bwMode="auto">
          <a:xfrm>
            <a:off x="2362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27" name="Rectangle 115"/>
          <p:cNvSpPr>
            <a:spLocks noChangeArrowheads="1"/>
          </p:cNvSpPr>
          <p:nvPr/>
        </p:nvSpPr>
        <p:spPr bwMode="auto">
          <a:xfrm>
            <a:off x="2743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28" name="Rectangle 116"/>
          <p:cNvSpPr>
            <a:spLocks noChangeArrowheads="1"/>
          </p:cNvSpPr>
          <p:nvPr/>
        </p:nvSpPr>
        <p:spPr bwMode="auto">
          <a:xfrm>
            <a:off x="3124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29" name="Rectangle 117"/>
          <p:cNvSpPr>
            <a:spLocks noChangeArrowheads="1"/>
          </p:cNvSpPr>
          <p:nvPr/>
        </p:nvSpPr>
        <p:spPr bwMode="auto">
          <a:xfrm>
            <a:off x="3505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30" name="Rectangle 118"/>
          <p:cNvSpPr>
            <a:spLocks noChangeArrowheads="1"/>
          </p:cNvSpPr>
          <p:nvPr/>
        </p:nvSpPr>
        <p:spPr bwMode="auto">
          <a:xfrm>
            <a:off x="3886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31" name="Rectangle 119"/>
          <p:cNvSpPr>
            <a:spLocks noChangeArrowheads="1"/>
          </p:cNvSpPr>
          <p:nvPr/>
        </p:nvSpPr>
        <p:spPr bwMode="auto">
          <a:xfrm>
            <a:off x="1219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32" name="Rectangle 120"/>
          <p:cNvSpPr>
            <a:spLocks noChangeArrowheads="1"/>
          </p:cNvSpPr>
          <p:nvPr/>
        </p:nvSpPr>
        <p:spPr bwMode="auto">
          <a:xfrm>
            <a:off x="838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233" name="Rectangle 121"/>
          <p:cNvSpPr>
            <a:spLocks noChangeArrowheads="1"/>
          </p:cNvSpPr>
          <p:nvPr/>
        </p:nvSpPr>
        <p:spPr bwMode="auto">
          <a:xfrm>
            <a:off x="4267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234" name="Rectangle 122"/>
          <p:cNvSpPr>
            <a:spLocks noChangeArrowheads="1"/>
          </p:cNvSpPr>
          <p:nvPr/>
        </p:nvSpPr>
        <p:spPr bwMode="auto">
          <a:xfrm>
            <a:off x="381000" y="1720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90235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1850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236" name="Text Box 124"/>
          <p:cNvSpPr txBox="1">
            <a:spLocks noChangeArrowheads="1"/>
          </p:cNvSpPr>
          <p:nvPr/>
        </p:nvSpPr>
        <p:spPr bwMode="auto">
          <a:xfrm>
            <a:off x="53340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(2,5)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237" name="Line 125"/>
          <p:cNvSpPr>
            <a:spLocks noChangeShapeType="1"/>
          </p:cNvSpPr>
          <p:nvPr/>
        </p:nvSpPr>
        <p:spPr bwMode="auto">
          <a:xfrm>
            <a:off x="5334000" y="1946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0238" name="Line 126"/>
          <p:cNvSpPr>
            <a:spLocks noChangeShapeType="1"/>
          </p:cNvSpPr>
          <p:nvPr/>
        </p:nvSpPr>
        <p:spPr bwMode="auto">
          <a:xfrm>
            <a:off x="5334000" y="2708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0239" name="AutoShape 127"/>
          <p:cNvSpPr>
            <a:spLocks noChangeArrowheads="1"/>
          </p:cNvSpPr>
          <p:nvPr/>
        </p:nvSpPr>
        <p:spPr bwMode="auto">
          <a:xfrm>
            <a:off x="4800600" y="727075"/>
            <a:ext cx="1143000" cy="1600200"/>
          </a:xfrm>
          <a:custGeom>
            <a:avLst/>
            <a:gdLst>
              <a:gd name="T0" fmla="*/ 310885 w 21600"/>
              <a:gd name="T1" fmla="*/ 1512189 h 21600"/>
              <a:gd name="T2" fmla="*/ 539380 w 21600"/>
              <a:gd name="T3" fmla="*/ 1511819 h 21600"/>
              <a:gd name="T4" fmla="*/ 367506 w 21600"/>
              <a:gd name="T5" fmla="*/ 1357429 h 21600"/>
              <a:gd name="T6" fmla="*/ 19156 w 21600"/>
              <a:gd name="T7" fmla="*/ 1434327 h 21600"/>
              <a:gd name="T8" fmla="*/ 47572 w 21600"/>
              <a:gd name="T9" fmla="*/ 1030499 h 21600"/>
              <a:gd name="T10" fmla="*/ 336074 w 21600"/>
              <a:gd name="T11" fmla="*/ 107035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4264" y="16160"/>
                </a:moveTo>
                <a:cubicBezTo>
                  <a:pt x="5751" y="17974"/>
                  <a:pt x="7926" y="19088"/>
                  <a:pt x="10267" y="19236"/>
                </a:cubicBezTo>
                <a:lnTo>
                  <a:pt x="10119" y="21578"/>
                </a:lnTo>
                <a:cubicBezTo>
                  <a:pt x="7128" y="21389"/>
                  <a:pt x="4350" y="19966"/>
                  <a:pt x="2449" y="17649"/>
                </a:cubicBezTo>
                <a:lnTo>
                  <a:pt x="362" y="19361"/>
                </a:lnTo>
                <a:lnTo>
                  <a:pt x="899" y="13910"/>
                </a:lnTo>
                <a:lnTo>
                  <a:pt x="6351" y="14448"/>
                </a:lnTo>
                <a:lnTo>
                  <a:pt x="4264" y="16160"/>
                </a:lnTo>
                <a:close/>
              </a:path>
            </a:pathLst>
          </a:custGeom>
          <a:solidFill>
            <a:schemeClr val="folHlink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40" name="AutoShape 128"/>
          <p:cNvSpPr>
            <a:spLocks noChangeArrowheads="1"/>
          </p:cNvSpPr>
          <p:nvPr/>
        </p:nvSpPr>
        <p:spPr bwMode="auto">
          <a:xfrm>
            <a:off x="8305800" y="1489075"/>
            <a:ext cx="762000" cy="838200"/>
          </a:xfrm>
          <a:custGeom>
            <a:avLst/>
            <a:gdLst>
              <a:gd name="T0" fmla="*/ 732331 w 21600"/>
              <a:gd name="T1" fmla="*/ 581230 h 21600"/>
              <a:gd name="T2" fmla="*/ 578485 w 21600"/>
              <a:gd name="T3" fmla="*/ 192708 h 21600"/>
              <a:gd name="T4" fmla="*/ 555660 w 21600"/>
              <a:gd name="T5" fmla="*/ 499699 h 21600"/>
              <a:gd name="T6" fmla="*/ 366889 w 21600"/>
              <a:gd name="T7" fmla="*/ 942742 h 21600"/>
              <a:gd name="T8" fmla="*/ 181575 w 21600"/>
              <a:gd name="T9" fmla="*/ 726479 h 21600"/>
              <a:gd name="T10" fmla="*/ 378178 w 21600"/>
              <a:gd name="T11" fmla="*/ 52263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641" y="16167"/>
                </a:moveTo>
                <a:cubicBezTo>
                  <a:pt x="10693" y="16169"/>
                  <a:pt x="10746" y="16170"/>
                  <a:pt x="10800" y="16170"/>
                </a:cubicBezTo>
                <a:cubicBezTo>
                  <a:pt x="13765" y="16170"/>
                  <a:pt x="16170" y="13765"/>
                  <a:pt x="16170" y="10800"/>
                </a:cubicBezTo>
                <a:cubicBezTo>
                  <a:pt x="16170" y="9337"/>
                  <a:pt x="15573" y="7938"/>
                  <a:pt x="14518" y="6925"/>
                </a:cubicBezTo>
                <a:lnTo>
                  <a:pt x="18278" y="3008"/>
                </a:lnTo>
                <a:cubicBezTo>
                  <a:pt x="20400" y="5044"/>
                  <a:pt x="21600" y="7858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693" y="21600"/>
                  <a:pt x="10586" y="21598"/>
                  <a:pt x="10480" y="21595"/>
                </a:cubicBezTo>
                <a:lnTo>
                  <a:pt x="10400" y="24294"/>
                </a:lnTo>
                <a:lnTo>
                  <a:pt x="5147" y="18721"/>
                </a:lnTo>
                <a:lnTo>
                  <a:pt x="10720" y="13468"/>
                </a:lnTo>
                <a:lnTo>
                  <a:pt x="10641" y="16167"/>
                </a:lnTo>
                <a:close/>
              </a:path>
            </a:pathLst>
          </a:cu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241" name="Text Box 129"/>
          <p:cNvSpPr txBox="1">
            <a:spLocks noChangeArrowheads="1"/>
          </p:cNvSpPr>
          <p:nvPr/>
        </p:nvSpPr>
        <p:spPr bwMode="auto">
          <a:xfrm>
            <a:off x="61722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(1,4)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0242" name="Text Box 130"/>
          <p:cNvSpPr txBox="1">
            <a:spLocks noChangeArrowheads="1"/>
          </p:cNvSpPr>
          <p:nvPr/>
        </p:nvSpPr>
        <p:spPr bwMode="auto">
          <a:xfrm>
            <a:off x="70104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(6,3)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2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1219200" y="2106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1600200" y="2106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1981200" y="2106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2362200" y="2106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7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2743200" y="2106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8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43" name="Rectangle 7"/>
          <p:cNvSpPr>
            <a:spLocks noChangeArrowheads="1"/>
          </p:cNvSpPr>
          <p:nvPr/>
        </p:nvSpPr>
        <p:spPr bwMode="auto">
          <a:xfrm>
            <a:off x="3124200" y="2106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44" name="Rectangle 8"/>
          <p:cNvSpPr>
            <a:spLocks noChangeArrowheads="1"/>
          </p:cNvSpPr>
          <p:nvPr/>
        </p:nvSpPr>
        <p:spPr bwMode="auto">
          <a:xfrm>
            <a:off x="3505200" y="2106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45" name="Rectangle 9"/>
          <p:cNvSpPr>
            <a:spLocks noChangeArrowheads="1"/>
          </p:cNvSpPr>
          <p:nvPr/>
        </p:nvSpPr>
        <p:spPr bwMode="auto">
          <a:xfrm>
            <a:off x="3886200" y="2106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46" name="Rectangle 10"/>
          <p:cNvSpPr>
            <a:spLocks noChangeArrowheads="1"/>
          </p:cNvSpPr>
          <p:nvPr/>
        </p:nvSpPr>
        <p:spPr bwMode="auto">
          <a:xfrm>
            <a:off x="1219200" y="2487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1147" name="Rectangle 11"/>
          <p:cNvSpPr>
            <a:spLocks noChangeArrowheads="1"/>
          </p:cNvSpPr>
          <p:nvPr/>
        </p:nvSpPr>
        <p:spPr bwMode="auto">
          <a:xfrm>
            <a:off x="1600200" y="2487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1148" name="Rectangle 12"/>
          <p:cNvSpPr>
            <a:spLocks noChangeArrowheads="1"/>
          </p:cNvSpPr>
          <p:nvPr/>
        </p:nvSpPr>
        <p:spPr bwMode="auto">
          <a:xfrm>
            <a:off x="1981200" y="2487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49" name="Rectangle 13"/>
          <p:cNvSpPr>
            <a:spLocks noChangeArrowheads="1"/>
          </p:cNvSpPr>
          <p:nvPr/>
        </p:nvSpPr>
        <p:spPr bwMode="auto">
          <a:xfrm>
            <a:off x="2362200" y="2487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1150" name="Rectangle 14"/>
          <p:cNvSpPr>
            <a:spLocks noChangeArrowheads="1"/>
          </p:cNvSpPr>
          <p:nvPr/>
        </p:nvSpPr>
        <p:spPr bwMode="auto">
          <a:xfrm>
            <a:off x="2743200" y="2487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7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51" name="Rectangle 15"/>
          <p:cNvSpPr>
            <a:spLocks noChangeArrowheads="1"/>
          </p:cNvSpPr>
          <p:nvPr/>
        </p:nvSpPr>
        <p:spPr bwMode="auto">
          <a:xfrm>
            <a:off x="3124200" y="2487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8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52" name="Rectangle 16"/>
          <p:cNvSpPr>
            <a:spLocks noChangeArrowheads="1"/>
          </p:cNvSpPr>
          <p:nvPr/>
        </p:nvSpPr>
        <p:spPr bwMode="auto">
          <a:xfrm>
            <a:off x="3505200" y="2487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53" name="Rectangle 17"/>
          <p:cNvSpPr>
            <a:spLocks noChangeArrowheads="1"/>
          </p:cNvSpPr>
          <p:nvPr/>
        </p:nvSpPr>
        <p:spPr bwMode="auto">
          <a:xfrm>
            <a:off x="3886200" y="2487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54" name="Rectangle 18"/>
          <p:cNvSpPr>
            <a:spLocks noChangeArrowheads="1"/>
          </p:cNvSpPr>
          <p:nvPr/>
        </p:nvSpPr>
        <p:spPr bwMode="auto">
          <a:xfrm>
            <a:off x="1219200" y="2868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1155" name="Rectangle 19"/>
          <p:cNvSpPr>
            <a:spLocks noChangeArrowheads="1"/>
          </p:cNvSpPr>
          <p:nvPr/>
        </p:nvSpPr>
        <p:spPr bwMode="auto">
          <a:xfrm>
            <a:off x="1600200" y="2868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1156" name="Rectangle 20"/>
          <p:cNvSpPr>
            <a:spLocks noChangeArrowheads="1"/>
          </p:cNvSpPr>
          <p:nvPr/>
        </p:nvSpPr>
        <p:spPr bwMode="auto">
          <a:xfrm>
            <a:off x="1981200" y="2868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1157" name="Rectangle 21"/>
          <p:cNvSpPr>
            <a:spLocks noChangeArrowheads="1"/>
          </p:cNvSpPr>
          <p:nvPr/>
        </p:nvSpPr>
        <p:spPr bwMode="auto">
          <a:xfrm>
            <a:off x="2362200" y="2868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1158" name="Rectangle 22"/>
          <p:cNvSpPr>
            <a:spLocks noChangeArrowheads="1"/>
          </p:cNvSpPr>
          <p:nvPr/>
        </p:nvSpPr>
        <p:spPr bwMode="auto">
          <a:xfrm>
            <a:off x="2743200" y="2868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59" name="Rectangle 23"/>
          <p:cNvSpPr>
            <a:spLocks noChangeArrowheads="1"/>
          </p:cNvSpPr>
          <p:nvPr/>
        </p:nvSpPr>
        <p:spPr bwMode="auto">
          <a:xfrm>
            <a:off x="3124200" y="2868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60" name="Rectangle 24"/>
          <p:cNvSpPr>
            <a:spLocks noChangeArrowheads="1"/>
          </p:cNvSpPr>
          <p:nvPr/>
        </p:nvSpPr>
        <p:spPr bwMode="auto">
          <a:xfrm>
            <a:off x="3505200" y="2868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61" name="Rectangle 25"/>
          <p:cNvSpPr>
            <a:spLocks noChangeArrowheads="1"/>
          </p:cNvSpPr>
          <p:nvPr/>
        </p:nvSpPr>
        <p:spPr bwMode="auto">
          <a:xfrm>
            <a:off x="3886200" y="2868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62" name="Rectangle 26"/>
          <p:cNvSpPr>
            <a:spLocks noChangeArrowheads="1"/>
          </p:cNvSpPr>
          <p:nvPr/>
        </p:nvSpPr>
        <p:spPr bwMode="auto">
          <a:xfrm>
            <a:off x="1219200" y="3249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1163" name="Rectangle 27"/>
          <p:cNvSpPr>
            <a:spLocks noChangeArrowheads="1"/>
          </p:cNvSpPr>
          <p:nvPr/>
        </p:nvSpPr>
        <p:spPr bwMode="auto">
          <a:xfrm>
            <a:off x="1600200" y="3249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64" name="Rectangle 28"/>
          <p:cNvSpPr>
            <a:spLocks noChangeArrowheads="1"/>
          </p:cNvSpPr>
          <p:nvPr/>
        </p:nvSpPr>
        <p:spPr bwMode="auto">
          <a:xfrm>
            <a:off x="1981200" y="3249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65" name="Rectangle 29"/>
          <p:cNvSpPr>
            <a:spLocks noChangeArrowheads="1"/>
          </p:cNvSpPr>
          <p:nvPr/>
        </p:nvSpPr>
        <p:spPr bwMode="auto">
          <a:xfrm>
            <a:off x="2362200" y="3249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66" name="Rectangle 30"/>
          <p:cNvSpPr>
            <a:spLocks noChangeArrowheads="1"/>
          </p:cNvSpPr>
          <p:nvPr/>
        </p:nvSpPr>
        <p:spPr bwMode="auto">
          <a:xfrm>
            <a:off x="2743200" y="3249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67" name="Rectangle 31"/>
          <p:cNvSpPr>
            <a:spLocks noChangeArrowheads="1"/>
          </p:cNvSpPr>
          <p:nvPr/>
        </p:nvSpPr>
        <p:spPr bwMode="auto">
          <a:xfrm>
            <a:off x="3124200" y="3249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68" name="Rectangle 32"/>
          <p:cNvSpPr>
            <a:spLocks noChangeArrowheads="1"/>
          </p:cNvSpPr>
          <p:nvPr/>
        </p:nvSpPr>
        <p:spPr bwMode="auto">
          <a:xfrm>
            <a:off x="3505200" y="3249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69" name="Rectangle 33"/>
          <p:cNvSpPr>
            <a:spLocks noChangeArrowheads="1"/>
          </p:cNvSpPr>
          <p:nvPr/>
        </p:nvSpPr>
        <p:spPr bwMode="auto">
          <a:xfrm>
            <a:off x="3886200" y="3249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70" name="Rectangle 34"/>
          <p:cNvSpPr>
            <a:spLocks noChangeArrowheads="1"/>
          </p:cNvSpPr>
          <p:nvPr/>
        </p:nvSpPr>
        <p:spPr bwMode="auto">
          <a:xfrm>
            <a:off x="1219200" y="3630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1171" name="Rectangle 35"/>
          <p:cNvSpPr>
            <a:spLocks noChangeArrowheads="1"/>
          </p:cNvSpPr>
          <p:nvPr/>
        </p:nvSpPr>
        <p:spPr bwMode="auto">
          <a:xfrm>
            <a:off x="1600200" y="3630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1172" name="Rectangle 36"/>
          <p:cNvSpPr>
            <a:spLocks noChangeArrowheads="1"/>
          </p:cNvSpPr>
          <p:nvPr/>
        </p:nvSpPr>
        <p:spPr bwMode="auto">
          <a:xfrm>
            <a:off x="1981200" y="3630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1173" name="Rectangle 37"/>
          <p:cNvSpPr>
            <a:spLocks noChangeArrowheads="1"/>
          </p:cNvSpPr>
          <p:nvPr/>
        </p:nvSpPr>
        <p:spPr bwMode="auto">
          <a:xfrm>
            <a:off x="2362200" y="3630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74" name="Rectangle 38"/>
          <p:cNvSpPr>
            <a:spLocks noChangeArrowheads="1"/>
          </p:cNvSpPr>
          <p:nvPr/>
        </p:nvSpPr>
        <p:spPr bwMode="auto">
          <a:xfrm>
            <a:off x="2743200" y="3630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75" name="Rectangle 39"/>
          <p:cNvSpPr>
            <a:spLocks noChangeArrowheads="1"/>
          </p:cNvSpPr>
          <p:nvPr/>
        </p:nvSpPr>
        <p:spPr bwMode="auto">
          <a:xfrm>
            <a:off x="3124200" y="3630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76" name="Rectangle 40"/>
          <p:cNvSpPr>
            <a:spLocks noChangeArrowheads="1"/>
          </p:cNvSpPr>
          <p:nvPr/>
        </p:nvSpPr>
        <p:spPr bwMode="auto">
          <a:xfrm>
            <a:off x="3505200" y="3630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77" name="Rectangle 41"/>
          <p:cNvSpPr>
            <a:spLocks noChangeArrowheads="1"/>
          </p:cNvSpPr>
          <p:nvPr/>
        </p:nvSpPr>
        <p:spPr bwMode="auto">
          <a:xfrm>
            <a:off x="3886200" y="3630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78" name="Rectangle 42"/>
          <p:cNvSpPr>
            <a:spLocks noChangeArrowheads="1"/>
          </p:cNvSpPr>
          <p:nvPr/>
        </p:nvSpPr>
        <p:spPr bwMode="auto">
          <a:xfrm>
            <a:off x="1219200" y="4011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1179" name="Rectangle 43"/>
          <p:cNvSpPr>
            <a:spLocks noChangeArrowheads="1"/>
          </p:cNvSpPr>
          <p:nvPr/>
        </p:nvSpPr>
        <p:spPr bwMode="auto">
          <a:xfrm>
            <a:off x="1600200" y="4011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80" name="Rectangle 44"/>
          <p:cNvSpPr>
            <a:spLocks noChangeArrowheads="1"/>
          </p:cNvSpPr>
          <p:nvPr/>
        </p:nvSpPr>
        <p:spPr bwMode="auto">
          <a:xfrm>
            <a:off x="1981200" y="4011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7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81" name="Rectangle 45"/>
          <p:cNvSpPr>
            <a:spLocks noChangeArrowheads="1"/>
          </p:cNvSpPr>
          <p:nvPr/>
        </p:nvSpPr>
        <p:spPr bwMode="auto">
          <a:xfrm>
            <a:off x="2362200" y="4011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8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82" name="Rectangle 46"/>
          <p:cNvSpPr>
            <a:spLocks noChangeArrowheads="1"/>
          </p:cNvSpPr>
          <p:nvPr/>
        </p:nvSpPr>
        <p:spPr bwMode="auto">
          <a:xfrm>
            <a:off x="2743200" y="4011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83" name="Rectangle 47"/>
          <p:cNvSpPr>
            <a:spLocks noChangeArrowheads="1"/>
          </p:cNvSpPr>
          <p:nvPr/>
        </p:nvSpPr>
        <p:spPr bwMode="auto">
          <a:xfrm>
            <a:off x="3124200" y="4011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84" name="Rectangle 48"/>
          <p:cNvSpPr>
            <a:spLocks noChangeArrowheads="1"/>
          </p:cNvSpPr>
          <p:nvPr/>
        </p:nvSpPr>
        <p:spPr bwMode="auto">
          <a:xfrm>
            <a:off x="3505200" y="4011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85" name="Rectangle 49"/>
          <p:cNvSpPr>
            <a:spLocks noChangeArrowheads="1"/>
          </p:cNvSpPr>
          <p:nvPr/>
        </p:nvSpPr>
        <p:spPr bwMode="auto">
          <a:xfrm>
            <a:off x="3886200" y="4011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86" name="Rectangle 50"/>
          <p:cNvSpPr>
            <a:spLocks noChangeArrowheads="1"/>
          </p:cNvSpPr>
          <p:nvPr/>
        </p:nvSpPr>
        <p:spPr bwMode="auto">
          <a:xfrm>
            <a:off x="1219200" y="4392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1187" name="Rectangle 51"/>
          <p:cNvSpPr>
            <a:spLocks noChangeArrowheads="1"/>
          </p:cNvSpPr>
          <p:nvPr/>
        </p:nvSpPr>
        <p:spPr bwMode="auto">
          <a:xfrm>
            <a:off x="1600200" y="4392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88" name="Rectangle 52"/>
          <p:cNvSpPr>
            <a:spLocks noChangeArrowheads="1"/>
          </p:cNvSpPr>
          <p:nvPr/>
        </p:nvSpPr>
        <p:spPr bwMode="auto">
          <a:xfrm>
            <a:off x="1981200" y="4392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89" name="Rectangle 53"/>
          <p:cNvSpPr>
            <a:spLocks noChangeArrowheads="1"/>
          </p:cNvSpPr>
          <p:nvPr/>
        </p:nvSpPr>
        <p:spPr bwMode="auto">
          <a:xfrm>
            <a:off x="2362200" y="4392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90" name="Rectangle 54"/>
          <p:cNvSpPr>
            <a:spLocks noChangeArrowheads="1"/>
          </p:cNvSpPr>
          <p:nvPr/>
        </p:nvSpPr>
        <p:spPr bwMode="auto">
          <a:xfrm>
            <a:off x="2743200" y="4392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91" name="Rectangle 55"/>
          <p:cNvSpPr>
            <a:spLocks noChangeArrowheads="1"/>
          </p:cNvSpPr>
          <p:nvPr/>
        </p:nvSpPr>
        <p:spPr bwMode="auto">
          <a:xfrm>
            <a:off x="3124200" y="4392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92" name="Rectangle 56"/>
          <p:cNvSpPr>
            <a:spLocks noChangeArrowheads="1"/>
          </p:cNvSpPr>
          <p:nvPr/>
        </p:nvSpPr>
        <p:spPr bwMode="auto">
          <a:xfrm>
            <a:off x="3505200" y="4392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93" name="Rectangle 57"/>
          <p:cNvSpPr>
            <a:spLocks noChangeArrowheads="1"/>
          </p:cNvSpPr>
          <p:nvPr/>
        </p:nvSpPr>
        <p:spPr bwMode="auto">
          <a:xfrm>
            <a:off x="3886200" y="4392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94" name="Rectangle 58"/>
          <p:cNvSpPr>
            <a:spLocks noChangeArrowheads="1"/>
          </p:cNvSpPr>
          <p:nvPr/>
        </p:nvSpPr>
        <p:spPr bwMode="auto">
          <a:xfrm>
            <a:off x="1219200" y="4773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95" name="Rectangle 59"/>
          <p:cNvSpPr>
            <a:spLocks noChangeArrowheads="1"/>
          </p:cNvSpPr>
          <p:nvPr/>
        </p:nvSpPr>
        <p:spPr bwMode="auto">
          <a:xfrm>
            <a:off x="1600200" y="4773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96" name="Rectangle 60"/>
          <p:cNvSpPr>
            <a:spLocks noChangeArrowheads="1"/>
          </p:cNvSpPr>
          <p:nvPr/>
        </p:nvSpPr>
        <p:spPr bwMode="auto">
          <a:xfrm>
            <a:off x="1981200" y="4773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97" name="Rectangle 61"/>
          <p:cNvSpPr>
            <a:spLocks noChangeArrowheads="1"/>
          </p:cNvSpPr>
          <p:nvPr/>
        </p:nvSpPr>
        <p:spPr bwMode="auto">
          <a:xfrm>
            <a:off x="2362200" y="4773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98" name="Rectangle 62"/>
          <p:cNvSpPr>
            <a:spLocks noChangeArrowheads="1"/>
          </p:cNvSpPr>
          <p:nvPr/>
        </p:nvSpPr>
        <p:spPr bwMode="auto">
          <a:xfrm>
            <a:off x="2743200" y="4773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99" name="Rectangle 63"/>
          <p:cNvSpPr>
            <a:spLocks noChangeArrowheads="1"/>
          </p:cNvSpPr>
          <p:nvPr/>
        </p:nvSpPr>
        <p:spPr bwMode="auto">
          <a:xfrm>
            <a:off x="3124200" y="4773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00" name="Rectangle 64"/>
          <p:cNvSpPr>
            <a:spLocks noChangeArrowheads="1"/>
          </p:cNvSpPr>
          <p:nvPr/>
        </p:nvSpPr>
        <p:spPr bwMode="auto">
          <a:xfrm>
            <a:off x="3505200" y="477361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01" name="Rectangle 65"/>
          <p:cNvSpPr>
            <a:spLocks noChangeArrowheads="1"/>
          </p:cNvSpPr>
          <p:nvPr/>
        </p:nvSpPr>
        <p:spPr bwMode="auto">
          <a:xfrm>
            <a:off x="3890963" y="3635375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02" name="Rectangle 66"/>
          <p:cNvSpPr>
            <a:spLocks noChangeArrowheads="1"/>
          </p:cNvSpPr>
          <p:nvPr/>
        </p:nvSpPr>
        <p:spPr bwMode="auto">
          <a:xfrm>
            <a:off x="3886200" y="12684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03" name="Rectangle 67"/>
          <p:cNvSpPr>
            <a:spLocks noChangeArrowheads="1"/>
          </p:cNvSpPr>
          <p:nvPr/>
        </p:nvSpPr>
        <p:spPr bwMode="auto">
          <a:xfrm>
            <a:off x="1219200" y="12684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04" name="Rectangle 68"/>
          <p:cNvSpPr>
            <a:spLocks noChangeArrowheads="1"/>
          </p:cNvSpPr>
          <p:nvPr/>
        </p:nvSpPr>
        <p:spPr bwMode="auto">
          <a:xfrm>
            <a:off x="1600200" y="12684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05" name="Rectangle 69"/>
          <p:cNvSpPr>
            <a:spLocks noChangeArrowheads="1"/>
          </p:cNvSpPr>
          <p:nvPr/>
        </p:nvSpPr>
        <p:spPr bwMode="auto">
          <a:xfrm>
            <a:off x="1981200" y="12684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06" name="Rectangle 70"/>
          <p:cNvSpPr>
            <a:spLocks noChangeArrowheads="1"/>
          </p:cNvSpPr>
          <p:nvPr/>
        </p:nvSpPr>
        <p:spPr bwMode="auto">
          <a:xfrm>
            <a:off x="2362200" y="12684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07" name="Rectangle 71"/>
          <p:cNvSpPr>
            <a:spLocks noChangeArrowheads="1"/>
          </p:cNvSpPr>
          <p:nvPr/>
        </p:nvSpPr>
        <p:spPr bwMode="auto">
          <a:xfrm>
            <a:off x="2743200" y="12684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08" name="Rectangle 72"/>
          <p:cNvSpPr>
            <a:spLocks noChangeArrowheads="1"/>
          </p:cNvSpPr>
          <p:nvPr/>
        </p:nvSpPr>
        <p:spPr bwMode="auto">
          <a:xfrm>
            <a:off x="3124200" y="12684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09" name="Rectangle 73"/>
          <p:cNvSpPr>
            <a:spLocks noChangeArrowheads="1"/>
          </p:cNvSpPr>
          <p:nvPr/>
        </p:nvSpPr>
        <p:spPr bwMode="auto">
          <a:xfrm>
            <a:off x="3505200" y="12684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10" name="Rectangle 74"/>
          <p:cNvSpPr>
            <a:spLocks noChangeArrowheads="1"/>
          </p:cNvSpPr>
          <p:nvPr/>
        </p:nvSpPr>
        <p:spPr bwMode="auto">
          <a:xfrm>
            <a:off x="381000" y="47736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11" name="Rectangle 75"/>
          <p:cNvSpPr>
            <a:spLocks noChangeArrowheads="1"/>
          </p:cNvSpPr>
          <p:nvPr/>
        </p:nvSpPr>
        <p:spPr bwMode="auto">
          <a:xfrm>
            <a:off x="381000" y="21066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12" name="Rectangle 76"/>
          <p:cNvSpPr>
            <a:spLocks noChangeArrowheads="1"/>
          </p:cNvSpPr>
          <p:nvPr/>
        </p:nvSpPr>
        <p:spPr bwMode="auto">
          <a:xfrm>
            <a:off x="381000" y="24876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13" name="Rectangle 77"/>
          <p:cNvSpPr>
            <a:spLocks noChangeArrowheads="1"/>
          </p:cNvSpPr>
          <p:nvPr/>
        </p:nvSpPr>
        <p:spPr bwMode="auto">
          <a:xfrm>
            <a:off x="381000" y="28686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14" name="Rectangle 78"/>
          <p:cNvSpPr>
            <a:spLocks noChangeArrowheads="1"/>
          </p:cNvSpPr>
          <p:nvPr/>
        </p:nvSpPr>
        <p:spPr bwMode="auto">
          <a:xfrm>
            <a:off x="381000" y="32496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15" name="Rectangle 79"/>
          <p:cNvSpPr>
            <a:spLocks noChangeArrowheads="1"/>
          </p:cNvSpPr>
          <p:nvPr/>
        </p:nvSpPr>
        <p:spPr bwMode="auto">
          <a:xfrm>
            <a:off x="381000" y="36306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16" name="Rectangle 80"/>
          <p:cNvSpPr>
            <a:spLocks noChangeArrowheads="1"/>
          </p:cNvSpPr>
          <p:nvPr/>
        </p:nvSpPr>
        <p:spPr bwMode="auto">
          <a:xfrm>
            <a:off x="381000" y="40116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17" name="Rectangle 81"/>
          <p:cNvSpPr>
            <a:spLocks noChangeArrowheads="1"/>
          </p:cNvSpPr>
          <p:nvPr/>
        </p:nvSpPr>
        <p:spPr bwMode="auto">
          <a:xfrm>
            <a:off x="381000" y="43926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19" name="Rectangle 83"/>
          <p:cNvSpPr>
            <a:spLocks noChangeArrowheads="1"/>
          </p:cNvSpPr>
          <p:nvPr/>
        </p:nvSpPr>
        <p:spPr bwMode="auto">
          <a:xfrm>
            <a:off x="838200" y="2106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20" name="Rectangle 84"/>
          <p:cNvSpPr>
            <a:spLocks noChangeArrowheads="1"/>
          </p:cNvSpPr>
          <p:nvPr/>
        </p:nvSpPr>
        <p:spPr bwMode="auto">
          <a:xfrm>
            <a:off x="838200" y="2487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21" name="Rectangle 85"/>
          <p:cNvSpPr>
            <a:spLocks noChangeArrowheads="1"/>
          </p:cNvSpPr>
          <p:nvPr/>
        </p:nvSpPr>
        <p:spPr bwMode="auto">
          <a:xfrm>
            <a:off x="838200" y="2868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22" name="Rectangle 86"/>
          <p:cNvSpPr>
            <a:spLocks noChangeArrowheads="1"/>
          </p:cNvSpPr>
          <p:nvPr/>
        </p:nvSpPr>
        <p:spPr bwMode="auto">
          <a:xfrm>
            <a:off x="838200" y="3249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23" name="Rectangle 87"/>
          <p:cNvSpPr>
            <a:spLocks noChangeArrowheads="1"/>
          </p:cNvSpPr>
          <p:nvPr/>
        </p:nvSpPr>
        <p:spPr bwMode="auto">
          <a:xfrm>
            <a:off x="838200" y="3630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24" name="Rectangle 88"/>
          <p:cNvSpPr>
            <a:spLocks noChangeArrowheads="1"/>
          </p:cNvSpPr>
          <p:nvPr/>
        </p:nvSpPr>
        <p:spPr bwMode="auto">
          <a:xfrm>
            <a:off x="838200" y="4011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25" name="Rectangle 89"/>
          <p:cNvSpPr>
            <a:spLocks noChangeArrowheads="1"/>
          </p:cNvSpPr>
          <p:nvPr/>
        </p:nvSpPr>
        <p:spPr bwMode="auto">
          <a:xfrm>
            <a:off x="838200" y="4392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26" name="Rectangle 90"/>
          <p:cNvSpPr>
            <a:spLocks noChangeArrowheads="1"/>
          </p:cNvSpPr>
          <p:nvPr/>
        </p:nvSpPr>
        <p:spPr bwMode="auto">
          <a:xfrm>
            <a:off x="838200" y="4773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27" name="Rectangle 91"/>
          <p:cNvSpPr>
            <a:spLocks noChangeArrowheads="1"/>
          </p:cNvSpPr>
          <p:nvPr/>
        </p:nvSpPr>
        <p:spPr bwMode="auto">
          <a:xfrm>
            <a:off x="838200" y="5154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28" name="Rectangle 92"/>
          <p:cNvSpPr>
            <a:spLocks noChangeArrowheads="1"/>
          </p:cNvSpPr>
          <p:nvPr/>
        </p:nvSpPr>
        <p:spPr bwMode="auto">
          <a:xfrm>
            <a:off x="381000" y="51546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29" name="Rectangle 93"/>
          <p:cNvSpPr>
            <a:spLocks noChangeArrowheads="1"/>
          </p:cNvSpPr>
          <p:nvPr/>
        </p:nvSpPr>
        <p:spPr bwMode="auto">
          <a:xfrm>
            <a:off x="4267200" y="2106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30" name="Rectangle 94"/>
          <p:cNvSpPr>
            <a:spLocks noChangeArrowheads="1"/>
          </p:cNvSpPr>
          <p:nvPr/>
        </p:nvSpPr>
        <p:spPr bwMode="auto">
          <a:xfrm>
            <a:off x="4267200" y="2487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31" name="Rectangle 95"/>
          <p:cNvSpPr>
            <a:spLocks noChangeArrowheads="1"/>
          </p:cNvSpPr>
          <p:nvPr/>
        </p:nvSpPr>
        <p:spPr bwMode="auto">
          <a:xfrm>
            <a:off x="4267200" y="2868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32" name="Rectangle 96"/>
          <p:cNvSpPr>
            <a:spLocks noChangeArrowheads="1"/>
          </p:cNvSpPr>
          <p:nvPr/>
        </p:nvSpPr>
        <p:spPr bwMode="auto">
          <a:xfrm>
            <a:off x="4267200" y="3249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33" name="Rectangle 97"/>
          <p:cNvSpPr>
            <a:spLocks noChangeArrowheads="1"/>
          </p:cNvSpPr>
          <p:nvPr/>
        </p:nvSpPr>
        <p:spPr bwMode="auto">
          <a:xfrm>
            <a:off x="4267200" y="3630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34" name="Rectangle 98"/>
          <p:cNvSpPr>
            <a:spLocks noChangeArrowheads="1"/>
          </p:cNvSpPr>
          <p:nvPr/>
        </p:nvSpPr>
        <p:spPr bwMode="auto">
          <a:xfrm>
            <a:off x="4267200" y="4011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35" name="Rectangle 99"/>
          <p:cNvSpPr>
            <a:spLocks noChangeArrowheads="1"/>
          </p:cNvSpPr>
          <p:nvPr/>
        </p:nvSpPr>
        <p:spPr bwMode="auto">
          <a:xfrm>
            <a:off x="4267200" y="4392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36" name="Rectangle 100"/>
          <p:cNvSpPr>
            <a:spLocks noChangeArrowheads="1"/>
          </p:cNvSpPr>
          <p:nvPr/>
        </p:nvSpPr>
        <p:spPr bwMode="auto">
          <a:xfrm>
            <a:off x="4267200" y="4773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37" name="Rectangle 101"/>
          <p:cNvSpPr>
            <a:spLocks noChangeArrowheads="1"/>
          </p:cNvSpPr>
          <p:nvPr/>
        </p:nvSpPr>
        <p:spPr bwMode="auto">
          <a:xfrm>
            <a:off x="4267200" y="5154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38" name="Rectangle 102"/>
          <p:cNvSpPr>
            <a:spLocks noChangeArrowheads="1"/>
          </p:cNvSpPr>
          <p:nvPr/>
        </p:nvSpPr>
        <p:spPr bwMode="auto">
          <a:xfrm>
            <a:off x="1600200" y="5154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39" name="Rectangle 103"/>
          <p:cNvSpPr>
            <a:spLocks noChangeArrowheads="1"/>
          </p:cNvSpPr>
          <p:nvPr/>
        </p:nvSpPr>
        <p:spPr bwMode="auto">
          <a:xfrm>
            <a:off x="1981200" y="5154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40" name="Rectangle 104"/>
          <p:cNvSpPr>
            <a:spLocks noChangeArrowheads="1"/>
          </p:cNvSpPr>
          <p:nvPr/>
        </p:nvSpPr>
        <p:spPr bwMode="auto">
          <a:xfrm>
            <a:off x="2362200" y="5154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41" name="Rectangle 105"/>
          <p:cNvSpPr>
            <a:spLocks noChangeArrowheads="1"/>
          </p:cNvSpPr>
          <p:nvPr/>
        </p:nvSpPr>
        <p:spPr bwMode="auto">
          <a:xfrm>
            <a:off x="2743200" y="5154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42" name="Rectangle 106"/>
          <p:cNvSpPr>
            <a:spLocks noChangeArrowheads="1"/>
          </p:cNvSpPr>
          <p:nvPr/>
        </p:nvSpPr>
        <p:spPr bwMode="auto">
          <a:xfrm>
            <a:off x="3124200" y="5154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43" name="Rectangle 107"/>
          <p:cNvSpPr>
            <a:spLocks noChangeArrowheads="1"/>
          </p:cNvSpPr>
          <p:nvPr/>
        </p:nvSpPr>
        <p:spPr bwMode="auto">
          <a:xfrm>
            <a:off x="3505200" y="5154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44" name="Rectangle 108"/>
          <p:cNvSpPr>
            <a:spLocks noChangeArrowheads="1"/>
          </p:cNvSpPr>
          <p:nvPr/>
        </p:nvSpPr>
        <p:spPr bwMode="auto">
          <a:xfrm>
            <a:off x="3886200" y="5154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45" name="Rectangle 109"/>
          <p:cNvSpPr>
            <a:spLocks noChangeArrowheads="1"/>
          </p:cNvSpPr>
          <p:nvPr/>
        </p:nvSpPr>
        <p:spPr bwMode="auto">
          <a:xfrm>
            <a:off x="1219200" y="5154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46" name="Rectangle 110"/>
          <p:cNvSpPr>
            <a:spLocks noChangeArrowheads="1"/>
          </p:cNvSpPr>
          <p:nvPr/>
        </p:nvSpPr>
        <p:spPr bwMode="auto">
          <a:xfrm>
            <a:off x="838200" y="1725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47" name="Rectangle 111"/>
          <p:cNvSpPr>
            <a:spLocks noChangeArrowheads="1"/>
          </p:cNvSpPr>
          <p:nvPr/>
        </p:nvSpPr>
        <p:spPr bwMode="auto">
          <a:xfrm>
            <a:off x="4267200" y="1725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48" name="Rectangle 112"/>
          <p:cNvSpPr>
            <a:spLocks noChangeArrowheads="1"/>
          </p:cNvSpPr>
          <p:nvPr/>
        </p:nvSpPr>
        <p:spPr bwMode="auto">
          <a:xfrm>
            <a:off x="1600200" y="1725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49" name="Rectangle 113"/>
          <p:cNvSpPr>
            <a:spLocks noChangeArrowheads="1"/>
          </p:cNvSpPr>
          <p:nvPr/>
        </p:nvSpPr>
        <p:spPr bwMode="auto">
          <a:xfrm>
            <a:off x="1981200" y="1725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50" name="Rectangle 114"/>
          <p:cNvSpPr>
            <a:spLocks noChangeArrowheads="1"/>
          </p:cNvSpPr>
          <p:nvPr/>
        </p:nvSpPr>
        <p:spPr bwMode="auto">
          <a:xfrm>
            <a:off x="2362200" y="1725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51" name="Rectangle 115"/>
          <p:cNvSpPr>
            <a:spLocks noChangeArrowheads="1"/>
          </p:cNvSpPr>
          <p:nvPr/>
        </p:nvSpPr>
        <p:spPr bwMode="auto">
          <a:xfrm>
            <a:off x="2743200" y="1725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52" name="Rectangle 116"/>
          <p:cNvSpPr>
            <a:spLocks noChangeArrowheads="1"/>
          </p:cNvSpPr>
          <p:nvPr/>
        </p:nvSpPr>
        <p:spPr bwMode="auto">
          <a:xfrm>
            <a:off x="3124200" y="1725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53" name="Rectangle 117"/>
          <p:cNvSpPr>
            <a:spLocks noChangeArrowheads="1"/>
          </p:cNvSpPr>
          <p:nvPr/>
        </p:nvSpPr>
        <p:spPr bwMode="auto">
          <a:xfrm>
            <a:off x="3505200" y="1725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54" name="Rectangle 118"/>
          <p:cNvSpPr>
            <a:spLocks noChangeArrowheads="1"/>
          </p:cNvSpPr>
          <p:nvPr/>
        </p:nvSpPr>
        <p:spPr bwMode="auto">
          <a:xfrm>
            <a:off x="3886200" y="1725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55" name="Rectangle 119"/>
          <p:cNvSpPr>
            <a:spLocks noChangeArrowheads="1"/>
          </p:cNvSpPr>
          <p:nvPr/>
        </p:nvSpPr>
        <p:spPr bwMode="auto">
          <a:xfrm>
            <a:off x="1219200" y="1725613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56" name="Rectangle 120"/>
          <p:cNvSpPr>
            <a:spLocks noChangeArrowheads="1"/>
          </p:cNvSpPr>
          <p:nvPr/>
        </p:nvSpPr>
        <p:spPr bwMode="auto">
          <a:xfrm>
            <a:off x="838200" y="12684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57" name="Rectangle 121"/>
          <p:cNvSpPr>
            <a:spLocks noChangeArrowheads="1"/>
          </p:cNvSpPr>
          <p:nvPr/>
        </p:nvSpPr>
        <p:spPr bwMode="auto">
          <a:xfrm>
            <a:off x="4267200" y="12684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58" name="Rectangle 122"/>
          <p:cNvSpPr>
            <a:spLocks noChangeArrowheads="1"/>
          </p:cNvSpPr>
          <p:nvPr/>
        </p:nvSpPr>
        <p:spPr bwMode="auto">
          <a:xfrm>
            <a:off x="381000" y="1725613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91259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6613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260" name="Text Box 124"/>
          <p:cNvSpPr txBox="1">
            <a:spLocks noChangeArrowheads="1"/>
          </p:cNvSpPr>
          <p:nvPr/>
        </p:nvSpPr>
        <p:spPr bwMode="auto">
          <a:xfrm>
            <a:off x="53340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(2,6)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61" name="Line 125"/>
          <p:cNvSpPr>
            <a:spLocks noChangeShapeType="1"/>
          </p:cNvSpPr>
          <p:nvPr/>
        </p:nvSpPr>
        <p:spPr bwMode="auto">
          <a:xfrm>
            <a:off x="5334000" y="1946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262" name="Line 126"/>
          <p:cNvSpPr>
            <a:spLocks noChangeShapeType="1"/>
          </p:cNvSpPr>
          <p:nvPr/>
        </p:nvSpPr>
        <p:spPr bwMode="auto">
          <a:xfrm>
            <a:off x="5334000" y="2708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263" name="AutoShape 127"/>
          <p:cNvSpPr>
            <a:spLocks noChangeArrowheads="1"/>
          </p:cNvSpPr>
          <p:nvPr/>
        </p:nvSpPr>
        <p:spPr bwMode="auto">
          <a:xfrm>
            <a:off x="4800600" y="727075"/>
            <a:ext cx="1143000" cy="1600200"/>
          </a:xfrm>
          <a:custGeom>
            <a:avLst/>
            <a:gdLst>
              <a:gd name="T0" fmla="*/ 310885 w 21600"/>
              <a:gd name="T1" fmla="*/ 1512189 h 21600"/>
              <a:gd name="T2" fmla="*/ 539380 w 21600"/>
              <a:gd name="T3" fmla="*/ 1511819 h 21600"/>
              <a:gd name="T4" fmla="*/ 367506 w 21600"/>
              <a:gd name="T5" fmla="*/ 1357429 h 21600"/>
              <a:gd name="T6" fmla="*/ 19156 w 21600"/>
              <a:gd name="T7" fmla="*/ 1434327 h 21600"/>
              <a:gd name="T8" fmla="*/ 47572 w 21600"/>
              <a:gd name="T9" fmla="*/ 1030499 h 21600"/>
              <a:gd name="T10" fmla="*/ 336074 w 21600"/>
              <a:gd name="T11" fmla="*/ 107035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4264" y="16160"/>
                </a:moveTo>
                <a:cubicBezTo>
                  <a:pt x="5751" y="17974"/>
                  <a:pt x="7926" y="19088"/>
                  <a:pt x="10267" y="19236"/>
                </a:cubicBezTo>
                <a:lnTo>
                  <a:pt x="10119" y="21578"/>
                </a:lnTo>
                <a:cubicBezTo>
                  <a:pt x="7128" y="21389"/>
                  <a:pt x="4350" y="19966"/>
                  <a:pt x="2449" y="17649"/>
                </a:cubicBezTo>
                <a:lnTo>
                  <a:pt x="362" y="19361"/>
                </a:lnTo>
                <a:lnTo>
                  <a:pt x="899" y="13910"/>
                </a:lnTo>
                <a:lnTo>
                  <a:pt x="6351" y="14448"/>
                </a:lnTo>
                <a:lnTo>
                  <a:pt x="4264" y="16160"/>
                </a:lnTo>
                <a:close/>
              </a:path>
            </a:pathLst>
          </a:custGeom>
          <a:solidFill>
            <a:schemeClr val="folHlink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64" name="AutoShape 128"/>
          <p:cNvSpPr>
            <a:spLocks noChangeArrowheads="1"/>
          </p:cNvSpPr>
          <p:nvPr/>
        </p:nvSpPr>
        <p:spPr bwMode="auto">
          <a:xfrm>
            <a:off x="8305800" y="1489075"/>
            <a:ext cx="762000" cy="838200"/>
          </a:xfrm>
          <a:custGeom>
            <a:avLst/>
            <a:gdLst>
              <a:gd name="T0" fmla="*/ 732331 w 21600"/>
              <a:gd name="T1" fmla="*/ 581230 h 21600"/>
              <a:gd name="T2" fmla="*/ 578485 w 21600"/>
              <a:gd name="T3" fmla="*/ 192708 h 21600"/>
              <a:gd name="T4" fmla="*/ 555660 w 21600"/>
              <a:gd name="T5" fmla="*/ 499699 h 21600"/>
              <a:gd name="T6" fmla="*/ 366889 w 21600"/>
              <a:gd name="T7" fmla="*/ 942742 h 21600"/>
              <a:gd name="T8" fmla="*/ 181575 w 21600"/>
              <a:gd name="T9" fmla="*/ 726479 h 21600"/>
              <a:gd name="T10" fmla="*/ 378178 w 21600"/>
              <a:gd name="T11" fmla="*/ 52263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641" y="16167"/>
                </a:moveTo>
                <a:cubicBezTo>
                  <a:pt x="10693" y="16169"/>
                  <a:pt x="10746" y="16170"/>
                  <a:pt x="10800" y="16170"/>
                </a:cubicBezTo>
                <a:cubicBezTo>
                  <a:pt x="13765" y="16170"/>
                  <a:pt x="16170" y="13765"/>
                  <a:pt x="16170" y="10800"/>
                </a:cubicBezTo>
                <a:cubicBezTo>
                  <a:pt x="16170" y="9337"/>
                  <a:pt x="15573" y="7938"/>
                  <a:pt x="14518" y="6925"/>
                </a:cubicBezTo>
                <a:lnTo>
                  <a:pt x="18278" y="3008"/>
                </a:lnTo>
                <a:cubicBezTo>
                  <a:pt x="20400" y="5044"/>
                  <a:pt x="21600" y="7858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693" y="21600"/>
                  <a:pt x="10586" y="21598"/>
                  <a:pt x="10480" y="21595"/>
                </a:cubicBezTo>
                <a:lnTo>
                  <a:pt x="10400" y="24294"/>
                </a:lnTo>
                <a:lnTo>
                  <a:pt x="5147" y="18721"/>
                </a:lnTo>
                <a:lnTo>
                  <a:pt x="10720" y="13468"/>
                </a:lnTo>
                <a:lnTo>
                  <a:pt x="10641" y="16167"/>
                </a:lnTo>
                <a:close/>
              </a:path>
            </a:pathLst>
          </a:cu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265" name="Text Box 129"/>
          <p:cNvSpPr txBox="1">
            <a:spLocks noChangeArrowheads="1"/>
          </p:cNvSpPr>
          <p:nvPr/>
        </p:nvSpPr>
        <p:spPr bwMode="auto">
          <a:xfrm>
            <a:off x="61722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(1,5)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1266" name="Text Box 130"/>
          <p:cNvSpPr txBox="1">
            <a:spLocks noChangeArrowheads="1"/>
          </p:cNvSpPr>
          <p:nvPr/>
        </p:nvSpPr>
        <p:spPr bwMode="auto">
          <a:xfrm>
            <a:off x="70104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(6,4)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2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1219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1600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1981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2362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2743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67" name="Rectangle 7"/>
          <p:cNvSpPr>
            <a:spLocks noChangeArrowheads="1"/>
          </p:cNvSpPr>
          <p:nvPr/>
        </p:nvSpPr>
        <p:spPr bwMode="auto">
          <a:xfrm>
            <a:off x="3124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9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68" name="Rectangle 8"/>
          <p:cNvSpPr>
            <a:spLocks noChangeArrowheads="1"/>
          </p:cNvSpPr>
          <p:nvPr/>
        </p:nvSpPr>
        <p:spPr bwMode="auto">
          <a:xfrm>
            <a:off x="3505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69" name="Rectangle 9"/>
          <p:cNvSpPr>
            <a:spLocks noChangeArrowheads="1"/>
          </p:cNvSpPr>
          <p:nvPr/>
        </p:nvSpPr>
        <p:spPr bwMode="auto">
          <a:xfrm>
            <a:off x="3886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70" name="Rectangle 10"/>
          <p:cNvSpPr>
            <a:spLocks noChangeArrowheads="1"/>
          </p:cNvSpPr>
          <p:nvPr/>
        </p:nvSpPr>
        <p:spPr bwMode="auto">
          <a:xfrm>
            <a:off x="1219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171" name="Rectangle 11"/>
          <p:cNvSpPr>
            <a:spLocks noChangeArrowheads="1"/>
          </p:cNvSpPr>
          <p:nvPr/>
        </p:nvSpPr>
        <p:spPr bwMode="auto">
          <a:xfrm>
            <a:off x="1600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172" name="Rectangle 12"/>
          <p:cNvSpPr>
            <a:spLocks noChangeArrowheads="1"/>
          </p:cNvSpPr>
          <p:nvPr/>
        </p:nvSpPr>
        <p:spPr bwMode="auto">
          <a:xfrm>
            <a:off x="1981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73" name="Rectangle 13"/>
          <p:cNvSpPr>
            <a:spLocks noChangeArrowheads="1"/>
          </p:cNvSpPr>
          <p:nvPr/>
        </p:nvSpPr>
        <p:spPr bwMode="auto">
          <a:xfrm>
            <a:off x="2362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174" name="Rectangle 14"/>
          <p:cNvSpPr>
            <a:spLocks noChangeArrowheads="1"/>
          </p:cNvSpPr>
          <p:nvPr/>
        </p:nvSpPr>
        <p:spPr bwMode="auto">
          <a:xfrm>
            <a:off x="2743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175" name="Rectangle 15"/>
          <p:cNvSpPr>
            <a:spLocks noChangeArrowheads="1"/>
          </p:cNvSpPr>
          <p:nvPr/>
        </p:nvSpPr>
        <p:spPr bwMode="auto">
          <a:xfrm>
            <a:off x="3124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76" name="Rectangle 16"/>
          <p:cNvSpPr>
            <a:spLocks noChangeArrowheads="1"/>
          </p:cNvSpPr>
          <p:nvPr/>
        </p:nvSpPr>
        <p:spPr bwMode="auto">
          <a:xfrm>
            <a:off x="3505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77" name="Rectangle 17"/>
          <p:cNvSpPr>
            <a:spLocks noChangeArrowheads="1"/>
          </p:cNvSpPr>
          <p:nvPr/>
        </p:nvSpPr>
        <p:spPr bwMode="auto">
          <a:xfrm>
            <a:off x="3886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78" name="Rectangle 18"/>
          <p:cNvSpPr>
            <a:spLocks noChangeArrowheads="1"/>
          </p:cNvSpPr>
          <p:nvPr/>
        </p:nvSpPr>
        <p:spPr bwMode="auto">
          <a:xfrm>
            <a:off x="1219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179" name="Rectangle 19"/>
          <p:cNvSpPr>
            <a:spLocks noChangeArrowheads="1"/>
          </p:cNvSpPr>
          <p:nvPr/>
        </p:nvSpPr>
        <p:spPr bwMode="auto">
          <a:xfrm>
            <a:off x="1600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180" name="Rectangle 20"/>
          <p:cNvSpPr>
            <a:spLocks noChangeArrowheads="1"/>
          </p:cNvSpPr>
          <p:nvPr/>
        </p:nvSpPr>
        <p:spPr bwMode="auto">
          <a:xfrm>
            <a:off x="1981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181" name="Rectangle 21"/>
          <p:cNvSpPr>
            <a:spLocks noChangeArrowheads="1"/>
          </p:cNvSpPr>
          <p:nvPr/>
        </p:nvSpPr>
        <p:spPr bwMode="auto">
          <a:xfrm>
            <a:off x="2362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182" name="Rectangle 22"/>
          <p:cNvSpPr>
            <a:spLocks noChangeArrowheads="1"/>
          </p:cNvSpPr>
          <p:nvPr/>
        </p:nvSpPr>
        <p:spPr bwMode="auto">
          <a:xfrm>
            <a:off x="2743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83" name="Rectangle 23"/>
          <p:cNvSpPr>
            <a:spLocks noChangeArrowheads="1"/>
          </p:cNvSpPr>
          <p:nvPr/>
        </p:nvSpPr>
        <p:spPr bwMode="auto">
          <a:xfrm>
            <a:off x="3124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84" name="Rectangle 24"/>
          <p:cNvSpPr>
            <a:spLocks noChangeArrowheads="1"/>
          </p:cNvSpPr>
          <p:nvPr/>
        </p:nvSpPr>
        <p:spPr bwMode="auto">
          <a:xfrm>
            <a:off x="3505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85" name="Rectangle 25"/>
          <p:cNvSpPr>
            <a:spLocks noChangeArrowheads="1"/>
          </p:cNvSpPr>
          <p:nvPr/>
        </p:nvSpPr>
        <p:spPr bwMode="auto">
          <a:xfrm>
            <a:off x="3886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86" name="Rectangle 26"/>
          <p:cNvSpPr>
            <a:spLocks noChangeArrowheads="1"/>
          </p:cNvSpPr>
          <p:nvPr/>
        </p:nvSpPr>
        <p:spPr bwMode="auto">
          <a:xfrm>
            <a:off x="1219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187" name="Rectangle 27"/>
          <p:cNvSpPr>
            <a:spLocks noChangeArrowheads="1"/>
          </p:cNvSpPr>
          <p:nvPr/>
        </p:nvSpPr>
        <p:spPr bwMode="auto">
          <a:xfrm>
            <a:off x="1600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88" name="Rectangle 28"/>
          <p:cNvSpPr>
            <a:spLocks noChangeArrowheads="1"/>
          </p:cNvSpPr>
          <p:nvPr/>
        </p:nvSpPr>
        <p:spPr bwMode="auto">
          <a:xfrm>
            <a:off x="1981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89" name="Rectangle 29"/>
          <p:cNvSpPr>
            <a:spLocks noChangeArrowheads="1"/>
          </p:cNvSpPr>
          <p:nvPr/>
        </p:nvSpPr>
        <p:spPr bwMode="auto">
          <a:xfrm>
            <a:off x="2362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90" name="Rectangle 30"/>
          <p:cNvSpPr>
            <a:spLocks noChangeArrowheads="1"/>
          </p:cNvSpPr>
          <p:nvPr/>
        </p:nvSpPr>
        <p:spPr bwMode="auto">
          <a:xfrm>
            <a:off x="2743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91" name="Rectangle 31"/>
          <p:cNvSpPr>
            <a:spLocks noChangeArrowheads="1"/>
          </p:cNvSpPr>
          <p:nvPr/>
        </p:nvSpPr>
        <p:spPr bwMode="auto">
          <a:xfrm>
            <a:off x="3124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92" name="Rectangle 32"/>
          <p:cNvSpPr>
            <a:spLocks noChangeArrowheads="1"/>
          </p:cNvSpPr>
          <p:nvPr/>
        </p:nvSpPr>
        <p:spPr bwMode="auto">
          <a:xfrm>
            <a:off x="3505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93" name="Rectangle 33"/>
          <p:cNvSpPr>
            <a:spLocks noChangeArrowheads="1"/>
          </p:cNvSpPr>
          <p:nvPr/>
        </p:nvSpPr>
        <p:spPr bwMode="auto">
          <a:xfrm>
            <a:off x="3886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94" name="Rectangle 34"/>
          <p:cNvSpPr>
            <a:spLocks noChangeArrowheads="1"/>
          </p:cNvSpPr>
          <p:nvPr/>
        </p:nvSpPr>
        <p:spPr bwMode="auto">
          <a:xfrm>
            <a:off x="1219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195" name="Rectangle 35"/>
          <p:cNvSpPr>
            <a:spLocks noChangeArrowheads="1"/>
          </p:cNvSpPr>
          <p:nvPr/>
        </p:nvSpPr>
        <p:spPr bwMode="auto">
          <a:xfrm>
            <a:off x="1600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196" name="Rectangle 36"/>
          <p:cNvSpPr>
            <a:spLocks noChangeArrowheads="1"/>
          </p:cNvSpPr>
          <p:nvPr/>
        </p:nvSpPr>
        <p:spPr bwMode="auto">
          <a:xfrm>
            <a:off x="1981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197" name="Rectangle 37"/>
          <p:cNvSpPr>
            <a:spLocks noChangeArrowheads="1"/>
          </p:cNvSpPr>
          <p:nvPr/>
        </p:nvSpPr>
        <p:spPr bwMode="auto">
          <a:xfrm>
            <a:off x="2362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98" name="Rectangle 38"/>
          <p:cNvSpPr>
            <a:spLocks noChangeArrowheads="1"/>
          </p:cNvSpPr>
          <p:nvPr/>
        </p:nvSpPr>
        <p:spPr bwMode="auto">
          <a:xfrm>
            <a:off x="2743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99" name="Rectangle 39"/>
          <p:cNvSpPr>
            <a:spLocks noChangeArrowheads="1"/>
          </p:cNvSpPr>
          <p:nvPr/>
        </p:nvSpPr>
        <p:spPr bwMode="auto">
          <a:xfrm>
            <a:off x="3124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00" name="Rectangle 40"/>
          <p:cNvSpPr>
            <a:spLocks noChangeArrowheads="1"/>
          </p:cNvSpPr>
          <p:nvPr/>
        </p:nvSpPr>
        <p:spPr bwMode="auto">
          <a:xfrm>
            <a:off x="3505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01" name="Rectangle 41"/>
          <p:cNvSpPr>
            <a:spLocks noChangeArrowheads="1"/>
          </p:cNvSpPr>
          <p:nvPr/>
        </p:nvSpPr>
        <p:spPr bwMode="auto">
          <a:xfrm>
            <a:off x="3886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02" name="Rectangle 42"/>
          <p:cNvSpPr>
            <a:spLocks noChangeArrowheads="1"/>
          </p:cNvSpPr>
          <p:nvPr/>
        </p:nvSpPr>
        <p:spPr bwMode="auto">
          <a:xfrm>
            <a:off x="1219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203" name="Rectangle 43"/>
          <p:cNvSpPr>
            <a:spLocks noChangeArrowheads="1"/>
          </p:cNvSpPr>
          <p:nvPr/>
        </p:nvSpPr>
        <p:spPr bwMode="auto">
          <a:xfrm>
            <a:off x="1600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04" name="Rectangle 44"/>
          <p:cNvSpPr>
            <a:spLocks noChangeArrowheads="1"/>
          </p:cNvSpPr>
          <p:nvPr/>
        </p:nvSpPr>
        <p:spPr bwMode="auto">
          <a:xfrm>
            <a:off x="1981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205" name="Rectangle 45"/>
          <p:cNvSpPr>
            <a:spLocks noChangeArrowheads="1"/>
          </p:cNvSpPr>
          <p:nvPr/>
        </p:nvSpPr>
        <p:spPr bwMode="auto">
          <a:xfrm>
            <a:off x="2362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06" name="Rectangle 46"/>
          <p:cNvSpPr>
            <a:spLocks noChangeArrowheads="1"/>
          </p:cNvSpPr>
          <p:nvPr/>
        </p:nvSpPr>
        <p:spPr bwMode="auto">
          <a:xfrm>
            <a:off x="2743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9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07" name="Rectangle 47"/>
          <p:cNvSpPr>
            <a:spLocks noChangeArrowheads="1"/>
          </p:cNvSpPr>
          <p:nvPr/>
        </p:nvSpPr>
        <p:spPr bwMode="auto">
          <a:xfrm>
            <a:off x="3124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08" name="Rectangle 48"/>
          <p:cNvSpPr>
            <a:spLocks noChangeArrowheads="1"/>
          </p:cNvSpPr>
          <p:nvPr/>
        </p:nvSpPr>
        <p:spPr bwMode="auto">
          <a:xfrm>
            <a:off x="3505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09" name="Rectangle 49"/>
          <p:cNvSpPr>
            <a:spLocks noChangeArrowheads="1"/>
          </p:cNvSpPr>
          <p:nvPr/>
        </p:nvSpPr>
        <p:spPr bwMode="auto">
          <a:xfrm>
            <a:off x="3886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10" name="Rectangle 50"/>
          <p:cNvSpPr>
            <a:spLocks noChangeArrowheads="1"/>
          </p:cNvSpPr>
          <p:nvPr/>
        </p:nvSpPr>
        <p:spPr bwMode="auto">
          <a:xfrm>
            <a:off x="1219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211" name="Rectangle 51"/>
          <p:cNvSpPr>
            <a:spLocks noChangeArrowheads="1"/>
          </p:cNvSpPr>
          <p:nvPr/>
        </p:nvSpPr>
        <p:spPr bwMode="auto">
          <a:xfrm>
            <a:off x="1600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12" name="Rectangle 52"/>
          <p:cNvSpPr>
            <a:spLocks noChangeArrowheads="1"/>
          </p:cNvSpPr>
          <p:nvPr/>
        </p:nvSpPr>
        <p:spPr bwMode="auto">
          <a:xfrm>
            <a:off x="1981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13" name="Rectangle 53"/>
          <p:cNvSpPr>
            <a:spLocks noChangeArrowheads="1"/>
          </p:cNvSpPr>
          <p:nvPr/>
        </p:nvSpPr>
        <p:spPr bwMode="auto">
          <a:xfrm>
            <a:off x="2362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14" name="Rectangle 54"/>
          <p:cNvSpPr>
            <a:spLocks noChangeArrowheads="1"/>
          </p:cNvSpPr>
          <p:nvPr/>
        </p:nvSpPr>
        <p:spPr bwMode="auto">
          <a:xfrm>
            <a:off x="2743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15" name="Rectangle 55"/>
          <p:cNvSpPr>
            <a:spLocks noChangeArrowheads="1"/>
          </p:cNvSpPr>
          <p:nvPr/>
        </p:nvSpPr>
        <p:spPr bwMode="auto">
          <a:xfrm>
            <a:off x="3124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16" name="Rectangle 56"/>
          <p:cNvSpPr>
            <a:spLocks noChangeArrowheads="1"/>
          </p:cNvSpPr>
          <p:nvPr/>
        </p:nvSpPr>
        <p:spPr bwMode="auto">
          <a:xfrm>
            <a:off x="3505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17" name="Rectangle 57"/>
          <p:cNvSpPr>
            <a:spLocks noChangeArrowheads="1"/>
          </p:cNvSpPr>
          <p:nvPr/>
        </p:nvSpPr>
        <p:spPr bwMode="auto">
          <a:xfrm>
            <a:off x="3886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18" name="Rectangle 58"/>
          <p:cNvSpPr>
            <a:spLocks noChangeArrowheads="1"/>
          </p:cNvSpPr>
          <p:nvPr/>
        </p:nvSpPr>
        <p:spPr bwMode="auto">
          <a:xfrm>
            <a:off x="1219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19" name="Rectangle 59"/>
          <p:cNvSpPr>
            <a:spLocks noChangeArrowheads="1"/>
          </p:cNvSpPr>
          <p:nvPr/>
        </p:nvSpPr>
        <p:spPr bwMode="auto">
          <a:xfrm>
            <a:off x="1600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20" name="Rectangle 60"/>
          <p:cNvSpPr>
            <a:spLocks noChangeArrowheads="1"/>
          </p:cNvSpPr>
          <p:nvPr/>
        </p:nvSpPr>
        <p:spPr bwMode="auto">
          <a:xfrm>
            <a:off x="1981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21" name="Rectangle 61"/>
          <p:cNvSpPr>
            <a:spLocks noChangeArrowheads="1"/>
          </p:cNvSpPr>
          <p:nvPr/>
        </p:nvSpPr>
        <p:spPr bwMode="auto">
          <a:xfrm>
            <a:off x="2362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22" name="Rectangle 62"/>
          <p:cNvSpPr>
            <a:spLocks noChangeArrowheads="1"/>
          </p:cNvSpPr>
          <p:nvPr/>
        </p:nvSpPr>
        <p:spPr bwMode="auto">
          <a:xfrm>
            <a:off x="2743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23" name="Rectangle 63"/>
          <p:cNvSpPr>
            <a:spLocks noChangeArrowheads="1"/>
          </p:cNvSpPr>
          <p:nvPr/>
        </p:nvSpPr>
        <p:spPr bwMode="auto">
          <a:xfrm>
            <a:off x="3124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24" name="Rectangle 64"/>
          <p:cNvSpPr>
            <a:spLocks noChangeArrowheads="1"/>
          </p:cNvSpPr>
          <p:nvPr/>
        </p:nvSpPr>
        <p:spPr bwMode="auto">
          <a:xfrm>
            <a:off x="3505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25" name="Rectangle 65"/>
          <p:cNvSpPr>
            <a:spLocks noChangeArrowheads="1"/>
          </p:cNvSpPr>
          <p:nvPr/>
        </p:nvSpPr>
        <p:spPr bwMode="auto">
          <a:xfrm>
            <a:off x="3890963" y="3630613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26" name="Rectangle 66"/>
          <p:cNvSpPr>
            <a:spLocks noChangeArrowheads="1"/>
          </p:cNvSpPr>
          <p:nvPr/>
        </p:nvSpPr>
        <p:spPr bwMode="auto">
          <a:xfrm>
            <a:off x="3886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27" name="Rectangle 67"/>
          <p:cNvSpPr>
            <a:spLocks noChangeArrowheads="1"/>
          </p:cNvSpPr>
          <p:nvPr/>
        </p:nvSpPr>
        <p:spPr bwMode="auto">
          <a:xfrm>
            <a:off x="1219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28" name="Rectangle 68"/>
          <p:cNvSpPr>
            <a:spLocks noChangeArrowheads="1"/>
          </p:cNvSpPr>
          <p:nvPr/>
        </p:nvSpPr>
        <p:spPr bwMode="auto">
          <a:xfrm>
            <a:off x="1600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29" name="Rectangle 69"/>
          <p:cNvSpPr>
            <a:spLocks noChangeArrowheads="1"/>
          </p:cNvSpPr>
          <p:nvPr/>
        </p:nvSpPr>
        <p:spPr bwMode="auto">
          <a:xfrm>
            <a:off x="1981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30" name="Rectangle 70"/>
          <p:cNvSpPr>
            <a:spLocks noChangeArrowheads="1"/>
          </p:cNvSpPr>
          <p:nvPr/>
        </p:nvSpPr>
        <p:spPr bwMode="auto">
          <a:xfrm>
            <a:off x="2362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31" name="Rectangle 71"/>
          <p:cNvSpPr>
            <a:spLocks noChangeArrowheads="1"/>
          </p:cNvSpPr>
          <p:nvPr/>
        </p:nvSpPr>
        <p:spPr bwMode="auto">
          <a:xfrm>
            <a:off x="2743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32" name="Rectangle 72"/>
          <p:cNvSpPr>
            <a:spLocks noChangeArrowheads="1"/>
          </p:cNvSpPr>
          <p:nvPr/>
        </p:nvSpPr>
        <p:spPr bwMode="auto">
          <a:xfrm>
            <a:off x="3124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33" name="Rectangle 73"/>
          <p:cNvSpPr>
            <a:spLocks noChangeArrowheads="1"/>
          </p:cNvSpPr>
          <p:nvPr/>
        </p:nvSpPr>
        <p:spPr bwMode="auto">
          <a:xfrm>
            <a:off x="3505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34" name="Rectangle 74"/>
          <p:cNvSpPr>
            <a:spLocks noChangeArrowheads="1"/>
          </p:cNvSpPr>
          <p:nvPr/>
        </p:nvSpPr>
        <p:spPr bwMode="auto">
          <a:xfrm>
            <a:off x="381000" y="4768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35" name="Rectangle 75"/>
          <p:cNvSpPr>
            <a:spLocks noChangeArrowheads="1"/>
          </p:cNvSpPr>
          <p:nvPr/>
        </p:nvSpPr>
        <p:spPr bwMode="auto">
          <a:xfrm>
            <a:off x="381000" y="2101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36" name="Rectangle 76"/>
          <p:cNvSpPr>
            <a:spLocks noChangeArrowheads="1"/>
          </p:cNvSpPr>
          <p:nvPr/>
        </p:nvSpPr>
        <p:spPr bwMode="auto">
          <a:xfrm>
            <a:off x="381000" y="2482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37" name="Rectangle 77"/>
          <p:cNvSpPr>
            <a:spLocks noChangeArrowheads="1"/>
          </p:cNvSpPr>
          <p:nvPr/>
        </p:nvSpPr>
        <p:spPr bwMode="auto">
          <a:xfrm>
            <a:off x="381000" y="2863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38" name="Rectangle 78"/>
          <p:cNvSpPr>
            <a:spLocks noChangeArrowheads="1"/>
          </p:cNvSpPr>
          <p:nvPr/>
        </p:nvSpPr>
        <p:spPr bwMode="auto">
          <a:xfrm>
            <a:off x="381000" y="3244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39" name="Rectangle 79"/>
          <p:cNvSpPr>
            <a:spLocks noChangeArrowheads="1"/>
          </p:cNvSpPr>
          <p:nvPr/>
        </p:nvSpPr>
        <p:spPr bwMode="auto">
          <a:xfrm>
            <a:off x="381000" y="3625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40" name="Rectangle 80"/>
          <p:cNvSpPr>
            <a:spLocks noChangeArrowheads="1"/>
          </p:cNvSpPr>
          <p:nvPr/>
        </p:nvSpPr>
        <p:spPr bwMode="auto">
          <a:xfrm>
            <a:off x="381000" y="4006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41" name="Rectangle 81"/>
          <p:cNvSpPr>
            <a:spLocks noChangeArrowheads="1"/>
          </p:cNvSpPr>
          <p:nvPr/>
        </p:nvSpPr>
        <p:spPr bwMode="auto">
          <a:xfrm>
            <a:off x="381000" y="4387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43" name="Rectangle 83"/>
          <p:cNvSpPr>
            <a:spLocks noChangeArrowheads="1"/>
          </p:cNvSpPr>
          <p:nvPr/>
        </p:nvSpPr>
        <p:spPr bwMode="auto">
          <a:xfrm>
            <a:off x="838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44" name="Rectangle 84"/>
          <p:cNvSpPr>
            <a:spLocks noChangeArrowheads="1"/>
          </p:cNvSpPr>
          <p:nvPr/>
        </p:nvSpPr>
        <p:spPr bwMode="auto">
          <a:xfrm>
            <a:off x="838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45" name="Rectangle 85"/>
          <p:cNvSpPr>
            <a:spLocks noChangeArrowheads="1"/>
          </p:cNvSpPr>
          <p:nvPr/>
        </p:nvSpPr>
        <p:spPr bwMode="auto">
          <a:xfrm>
            <a:off x="838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46" name="Rectangle 86"/>
          <p:cNvSpPr>
            <a:spLocks noChangeArrowheads="1"/>
          </p:cNvSpPr>
          <p:nvPr/>
        </p:nvSpPr>
        <p:spPr bwMode="auto">
          <a:xfrm>
            <a:off x="838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47" name="Rectangle 87"/>
          <p:cNvSpPr>
            <a:spLocks noChangeArrowheads="1"/>
          </p:cNvSpPr>
          <p:nvPr/>
        </p:nvSpPr>
        <p:spPr bwMode="auto">
          <a:xfrm>
            <a:off x="838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48" name="Rectangle 88"/>
          <p:cNvSpPr>
            <a:spLocks noChangeArrowheads="1"/>
          </p:cNvSpPr>
          <p:nvPr/>
        </p:nvSpPr>
        <p:spPr bwMode="auto">
          <a:xfrm>
            <a:off x="838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49" name="Rectangle 89"/>
          <p:cNvSpPr>
            <a:spLocks noChangeArrowheads="1"/>
          </p:cNvSpPr>
          <p:nvPr/>
        </p:nvSpPr>
        <p:spPr bwMode="auto">
          <a:xfrm>
            <a:off x="838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50" name="Rectangle 90"/>
          <p:cNvSpPr>
            <a:spLocks noChangeArrowheads="1"/>
          </p:cNvSpPr>
          <p:nvPr/>
        </p:nvSpPr>
        <p:spPr bwMode="auto">
          <a:xfrm>
            <a:off x="838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51" name="Rectangle 91"/>
          <p:cNvSpPr>
            <a:spLocks noChangeArrowheads="1"/>
          </p:cNvSpPr>
          <p:nvPr/>
        </p:nvSpPr>
        <p:spPr bwMode="auto">
          <a:xfrm>
            <a:off x="838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52" name="Rectangle 92"/>
          <p:cNvSpPr>
            <a:spLocks noChangeArrowheads="1"/>
          </p:cNvSpPr>
          <p:nvPr/>
        </p:nvSpPr>
        <p:spPr bwMode="auto">
          <a:xfrm>
            <a:off x="381000" y="5149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53" name="Rectangle 93"/>
          <p:cNvSpPr>
            <a:spLocks noChangeArrowheads="1"/>
          </p:cNvSpPr>
          <p:nvPr/>
        </p:nvSpPr>
        <p:spPr bwMode="auto">
          <a:xfrm>
            <a:off x="4267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54" name="Rectangle 94"/>
          <p:cNvSpPr>
            <a:spLocks noChangeArrowheads="1"/>
          </p:cNvSpPr>
          <p:nvPr/>
        </p:nvSpPr>
        <p:spPr bwMode="auto">
          <a:xfrm>
            <a:off x="4267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55" name="Rectangle 95"/>
          <p:cNvSpPr>
            <a:spLocks noChangeArrowheads="1"/>
          </p:cNvSpPr>
          <p:nvPr/>
        </p:nvSpPr>
        <p:spPr bwMode="auto">
          <a:xfrm>
            <a:off x="4267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56" name="Rectangle 96"/>
          <p:cNvSpPr>
            <a:spLocks noChangeArrowheads="1"/>
          </p:cNvSpPr>
          <p:nvPr/>
        </p:nvSpPr>
        <p:spPr bwMode="auto">
          <a:xfrm>
            <a:off x="4267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57" name="Rectangle 97"/>
          <p:cNvSpPr>
            <a:spLocks noChangeArrowheads="1"/>
          </p:cNvSpPr>
          <p:nvPr/>
        </p:nvSpPr>
        <p:spPr bwMode="auto">
          <a:xfrm>
            <a:off x="4267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58" name="Rectangle 98"/>
          <p:cNvSpPr>
            <a:spLocks noChangeArrowheads="1"/>
          </p:cNvSpPr>
          <p:nvPr/>
        </p:nvSpPr>
        <p:spPr bwMode="auto">
          <a:xfrm>
            <a:off x="4267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59" name="Rectangle 99"/>
          <p:cNvSpPr>
            <a:spLocks noChangeArrowheads="1"/>
          </p:cNvSpPr>
          <p:nvPr/>
        </p:nvSpPr>
        <p:spPr bwMode="auto">
          <a:xfrm>
            <a:off x="4267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60" name="Rectangle 100"/>
          <p:cNvSpPr>
            <a:spLocks noChangeArrowheads="1"/>
          </p:cNvSpPr>
          <p:nvPr/>
        </p:nvSpPr>
        <p:spPr bwMode="auto">
          <a:xfrm>
            <a:off x="4267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61" name="Rectangle 101"/>
          <p:cNvSpPr>
            <a:spLocks noChangeArrowheads="1"/>
          </p:cNvSpPr>
          <p:nvPr/>
        </p:nvSpPr>
        <p:spPr bwMode="auto">
          <a:xfrm>
            <a:off x="4267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62" name="Rectangle 102"/>
          <p:cNvSpPr>
            <a:spLocks noChangeArrowheads="1"/>
          </p:cNvSpPr>
          <p:nvPr/>
        </p:nvSpPr>
        <p:spPr bwMode="auto">
          <a:xfrm>
            <a:off x="1600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63" name="Rectangle 103"/>
          <p:cNvSpPr>
            <a:spLocks noChangeArrowheads="1"/>
          </p:cNvSpPr>
          <p:nvPr/>
        </p:nvSpPr>
        <p:spPr bwMode="auto">
          <a:xfrm>
            <a:off x="1981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64" name="Rectangle 104"/>
          <p:cNvSpPr>
            <a:spLocks noChangeArrowheads="1"/>
          </p:cNvSpPr>
          <p:nvPr/>
        </p:nvSpPr>
        <p:spPr bwMode="auto">
          <a:xfrm>
            <a:off x="2362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65" name="Rectangle 105"/>
          <p:cNvSpPr>
            <a:spLocks noChangeArrowheads="1"/>
          </p:cNvSpPr>
          <p:nvPr/>
        </p:nvSpPr>
        <p:spPr bwMode="auto">
          <a:xfrm>
            <a:off x="2743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66" name="Rectangle 106"/>
          <p:cNvSpPr>
            <a:spLocks noChangeArrowheads="1"/>
          </p:cNvSpPr>
          <p:nvPr/>
        </p:nvSpPr>
        <p:spPr bwMode="auto">
          <a:xfrm>
            <a:off x="3124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67" name="Rectangle 107"/>
          <p:cNvSpPr>
            <a:spLocks noChangeArrowheads="1"/>
          </p:cNvSpPr>
          <p:nvPr/>
        </p:nvSpPr>
        <p:spPr bwMode="auto">
          <a:xfrm>
            <a:off x="3505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68" name="Rectangle 108"/>
          <p:cNvSpPr>
            <a:spLocks noChangeArrowheads="1"/>
          </p:cNvSpPr>
          <p:nvPr/>
        </p:nvSpPr>
        <p:spPr bwMode="auto">
          <a:xfrm>
            <a:off x="3886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69" name="Rectangle 109"/>
          <p:cNvSpPr>
            <a:spLocks noChangeArrowheads="1"/>
          </p:cNvSpPr>
          <p:nvPr/>
        </p:nvSpPr>
        <p:spPr bwMode="auto">
          <a:xfrm>
            <a:off x="1219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70" name="Rectangle 110"/>
          <p:cNvSpPr>
            <a:spLocks noChangeArrowheads="1"/>
          </p:cNvSpPr>
          <p:nvPr/>
        </p:nvSpPr>
        <p:spPr bwMode="auto">
          <a:xfrm>
            <a:off x="838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71" name="Rectangle 111"/>
          <p:cNvSpPr>
            <a:spLocks noChangeArrowheads="1"/>
          </p:cNvSpPr>
          <p:nvPr/>
        </p:nvSpPr>
        <p:spPr bwMode="auto">
          <a:xfrm>
            <a:off x="4267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72" name="Rectangle 112"/>
          <p:cNvSpPr>
            <a:spLocks noChangeArrowheads="1"/>
          </p:cNvSpPr>
          <p:nvPr/>
        </p:nvSpPr>
        <p:spPr bwMode="auto">
          <a:xfrm>
            <a:off x="1600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73" name="Rectangle 113"/>
          <p:cNvSpPr>
            <a:spLocks noChangeArrowheads="1"/>
          </p:cNvSpPr>
          <p:nvPr/>
        </p:nvSpPr>
        <p:spPr bwMode="auto">
          <a:xfrm>
            <a:off x="1981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74" name="Rectangle 114"/>
          <p:cNvSpPr>
            <a:spLocks noChangeArrowheads="1"/>
          </p:cNvSpPr>
          <p:nvPr/>
        </p:nvSpPr>
        <p:spPr bwMode="auto">
          <a:xfrm>
            <a:off x="2362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75" name="Rectangle 115"/>
          <p:cNvSpPr>
            <a:spLocks noChangeArrowheads="1"/>
          </p:cNvSpPr>
          <p:nvPr/>
        </p:nvSpPr>
        <p:spPr bwMode="auto">
          <a:xfrm>
            <a:off x="2743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76" name="Rectangle 116"/>
          <p:cNvSpPr>
            <a:spLocks noChangeArrowheads="1"/>
          </p:cNvSpPr>
          <p:nvPr/>
        </p:nvSpPr>
        <p:spPr bwMode="auto">
          <a:xfrm>
            <a:off x="3124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77" name="Rectangle 117"/>
          <p:cNvSpPr>
            <a:spLocks noChangeArrowheads="1"/>
          </p:cNvSpPr>
          <p:nvPr/>
        </p:nvSpPr>
        <p:spPr bwMode="auto">
          <a:xfrm>
            <a:off x="3505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78" name="Rectangle 118"/>
          <p:cNvSpPr>
            <a:spLocks noChangeArrowheads="1"/>
          </p:cNvSpPr>
          <p:nvPr/>
        </p:nvSpPr>
        <p:spPr bwMode="auto">
          <a:xfrm>
            <a:off x="3886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79" name="Rectangle 119"/>
          <p:cNvSpPr>
            <a:spLocks noChangeArrowheads="1"/>
          </p:cNvSpPr>
          <p:nvPr/>
        </p:nvSpPr>
        <p:spPr bwMode="auto">
          <a:xfrm>
            <a:off x="1219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80" name="Rectangle 120"/>
          <p:cNvSpPr>
            <a:spLocks noChangeArrowheads="1"/>
          </p:cNvSpPr>
          <p:nvPr/>
        </p:nvSpPr>
        <p:spPr bwMode="auto">
          <a:xfrm>
            <a:off x="838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81" name="Rectangle 121"/>
          <p:cNvSpPr>
            <a:spLocks noChangeArrowheads="1"/>
          </p:cNvSpPr>
          <p:nvPr/>
        </p:nvSpPr>
        <p:spPr bwMode="auto">
          <a:xfrm>
            <a:off x="4267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82" name="Rectangle 122"/>
          <p:cNvSpPr>
            <a:spLocks noChangeArrowheads="1"/>
          </p:cNvSpPr>
          <p:nvPr/>
        </p:nvSpPr>
        <p:spPr bwMode="auto">
          <a:xfrm>
            <a:off x="381000" y="1720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92283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1850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84" name="Text Box 124"/>
          <p:cNvSpPr txBox="1">
            <a:spLocks noChangeArrowheads="1"/>
          </p:cNvSpPr>
          <p:nvPr/>
        </p:nvSpPr>
        <p:spPr bwMode="auto">
          <a:xfrm>
            <a:off x="53340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(1,6)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2285" name="Line 125"/>
          <p:cNvSpPr>
            <a:spLocks noChangeShapeType="1"/>
          </p:cNvSpPr>
          <p:nvPr/>
        </p:nvSpPr>
        <p:spPr bwMode="auto">
          <a:xfrm>
            <a:off x="5334000" y="1946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86" name="Line 126"/>
          <p:cNvSpPr>
            <a:spLocks noChangeShapeType="1"/>
          </p:cNvSpPr>
          <p:nvPr/>
        </p:nvSpPr>
        <p:spPr bwMode="auto">
          <a:xfrm>
            <a:off x="5334000" y="2708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87" name="AutoShape 127"/>
          <p:cNvSpPr>
            <a:spLocks noChangeArrowheads="1"/>
          </p:cNvSpPr>
          <p:nvPr/>
        </p:nvSpPr>
        <p:spPr bwMode="auto">
          <a:xfrm>
            <a:off x="4800600" y="727075"/>
            <a:ext cx="1143000" cy="1600200"/>
          </a:xfrm>
          <a:custGeom>
            <a:avLst/>
            <a:gdLst>
              <a:gd name="T0" fmla="*/ 310885 w 21600"/>
              <a:gd name="T1" fmla="*/ 1512189 h 21600"/>
              <a:gd name="T2" fmla="*/ 539380 w 21600"/>
              <a:gd name="T3" fmla="*/ 1511819 h 21600"/>
              <a:gd name="T4" fmla="*/ 367506 w 21600"/>
              <a:gd name="T5" fmla="*/ 1357429 h 21600"/>
              <a:gd name="T6" fmla="*/ 19156 w 21600"/>
              <a:gd name="T7" fmla="*/ 1434327 h 21600"/>
              <a:gd name="T8" fmla="*/ 47572 w 21600"/>
              <a:gd name="T9" fmla="*/ 1030499 h 21600"/>
              <a:gd name="T10" fmla="*/ 336074 w 21600"/>
              <a:gd name="T11" fmla="*/ 107035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4264" y="16160"/>
                </a:moveTo>
                <a:cubicBezTo>
                  <a:pt x="5751" y="17974"/>
                  <a:pt x="7926" y="19088"/>
                  <a:pt x="10267" y="19236"/>
                </a:cubicBezTo>
                <a:lnTo>
                  <a:pt x="10119" y="21578"/>
                </a:lnTo>
                <a:cubicBezTo>
                  <a:pt x="7128" y="21389"/>
                  <a:pt x="4350" y="19966"/>
                  <a:pt x="2449" y="17649"/>
                </a:cubicBezTo>
                <a:lnTo>
                  <a:pt x="362" y="19361"/>
                </a:lnTo>
                <a:lnTo>
                  <a:pt x="899" y="13910"/>
                </a:lnTo>
                <a:lnTo>
                  <a:pt x="6351" y="14448"/>
                </a:lnTo>
                <a:lnTo>
                  <a:pt x="4264" y="16160"/>
                </a:lnTo>
                <a:close/>
              </a:path>
            </a:pathLst>
          </a:custGeom>
          <a:solidFill>
            <a:schemeClr val="folHlink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88" name="AutoShape 128"/>
          <p:cNvSpPr>
            <a:spLocks noChangeArrowheads="1"/>
          </p:cNvSpPr>
          <p:nvPr/>
        </p:nvSpPr>
        <p:spPr bwMode="auto">
          <a:xfrm>
            <a:off x="8305800" y="1489075"/>
            <a:ext cx="762000" cy="838200"/>
          </a:xfrm>
          <a:custGeom>
            <a:avLst/>
            <a:gdLst>
              <a:gd name="T0" fmla="*/ 732331 w 21600"/>
              <a:gd name="T1" fmla="*/ 581230 h 21600"/>
              <a:gd name="T2" fmla="*/ 578485 w 21600"/>
              <a:gd name="T3" fmla="*/ 192708 h 21600"/>
              <a:gd name="T4" fmla="*/ 555660 w 21600"/>
              <a:gd name="T5" fmla="*/ 499699 h 21600"/>
              <a:gd name="T6" fmla="*/ 366889 w 21600"/>
              <a:gd name="T7" fmla="*/ 942742 h 21600"/>
              <a:gd name="T8" fmla="*/ 181575 w 21600"/>
              <a:gd name="T9" fmla="*/ 726479 h 21600"/>
              <a:gd name="T10" fmla="*/ 378178 w 21600"/>
              <a:gd name="T11" fmla="*/ 52263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641" y="16167"/>
                </a:moveTo>
                <a:cubicBezTo>
                  <a:pt x="10693" y="16169"/>
                  <a:pt x="10746" y="16170"/>
                  <a:pt x="10800" y="16170"/>
                </a:cubicBezTo>
                <a:cubicBezTo>
                  <a:pt x="13765" y="16170"/>
                  <a:pt x="16170" y="13765"/>
                  <a:pt x="16170" y="10800"/>
                </a:cubicBezTo>
                <a:cubicBezTo>
                  <a:pt x="16170" y="9337"/>
                  <a:pt x="15573" y="7938"/>
                  <a:pt x="14518" y="6925"/>
                </a:cubicBezTo>
                <a:lnTo>
                  <a:pt x="18278" y="3008"/>
                </a:lnTo>
                <a:cubicBezTo>
                  <a:pt x="20400" y="5044"/>
                  <a:pt x="21600" y="7858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693" y="21600"/>
                  <a:pt x="10586" y="21598"/>
                  <a:pt x="10480" y="21595"/>
                </a:cubicBezTo>
                <a:lnTo>
                  <a:pt x="10400" y="24294"/>
                </a:lnTo>
                <a:lnTo>
                  <a:pt x="5147" y="18721"/>
                </a:lnTo>
                <a:lnTo>
                  <a:pt x="10720" y="13468"/>
                </a:lnTo>
                <a:lnTo>
                  <a:pt x="10641" y="16167"/>
                </a:lnTo>
                <a:close/>
              </a:path>
            </a:pathLst>
          </a:cu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89" name="Text Box 129"/>
          <p:cNvSpPr txBox="1">
            <a:spLocks noChangeArrowheads="1"/>
          </p:cNvSpPr>
          <p:nvPr/>
        </p:nvSpPr>
        <p:spPr bwMode="auto">
          <a:xfrm>
            <a:off x="61722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(6,5)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1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1219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1600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188" name="Rectangle 4"/>
          <p:cNvSpPr>
            <a:spLocks noChangeArrowheads="1"/>
          </p:cNvSpPr>
          <p:nvPr/>
        </p:nvSpPr>
        <p:spPr bwMode="auto">
          <a:xfrm>
            <a:off x="1981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89" name="Rectangle 5"/>
          <p:cNvSpPr>
            <a:spLocks noChangeArrowheads="1"/>
          </p:cNvSpPr>
          <p:nvPr/>
        </p:nvSpPr>
        <p:spPr bwMode="auto">
          <a:xfrm>
            <a:off x="2362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190" name="Rectangle 6"/>
          <p:cNvSpPr>
            <a:spLocks noChangeArrowheads="1"/>
          </p:cNvSpPr>
          <p:nvPr/>
        </p:nvSpPr>
        <p:spPr bwMode="auto">
          <a:xfrm>
            <a:off x="2743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191" name="Rectangle 7"/>
          <p:cNvSpPr>
            <a:spLocks noChangeArrowheads="1"/>
          </p:cNvSpPr>
          <p:nvPr/>
        </p:nvSpPr>
        <p:spPr bwMode="auto">
          <a:xfrm>
            <a:off x="3124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9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192" name="Rectangle 8"/>
          <p:cNvSpPr>
            <a:spLocks noChangeArrowheads="1"/>
          </p:cNvSpPr>
          <p:nvPr/>
        </p:nvSpPr>
        <p:spPr bwMode="auto">
          <a:xfrm>
            <a:off x="3505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93" name="Rectangle 9"/>
          <p:cNvSpPr>
            <a:spLocks noChangeArrowheads="1"/>
          </p:cNvSpPr>
          <p:nvPr/>
        </p:nvSpPr>
        <p:spPr bwMode="auto">
          <a:xfrm>
            <a:off x="3886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94" name="Rectangle 10"/>
          <p:cNvSpPr>
            <a:spLocks noChangeArrowheads="1"/>
          </p:cNvSpPr>
          <p:nvPr/>
        </p:nvSpPr>
        <p:spPr bwMode="auto">
          <a:xfrm>
            <a:off x="1219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195" name="Rectangle 11"/>
          <p:cNvSpPr>
            <a:spLocks noChangeArrowheads="1"/>
          </p:cNvSpPr>
          <p:nvPr/>
        </p:nvSpPr>
        <p:spPr bwMode="auto">
          <a:xfrm>
            <a:off x="1600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196" name="Rectangle 12"/>
          <p:cNvSpPr>
            <a:spLocks noChangeArrowheads="1"/>
          </p:cNvSpPr>
          <p:nvPr/>
        </p:nvSpPr>
        <p:spPr bwMode="auto">
          <a:xfrm>
            <a:off x="1981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97" name="Rectangle 13"/>
          <p:cNvSpPr>
            <a:spLocks noChangeArrowheads="1"/>
          </p:cNvSpPr>
          <p:nvPr/>
        </p:nvSpPr>
        <p:spPr bwMode="auto">
          <a:xfrm>
            <a:off x="2362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198" name="Rectangle 14"/>
          <p:cNvSpPr>
            <a:spLocks noChangeArrowheads="1"/>
          </p:cNvSpPr>
          <p:nvPr/>
        </p:nvSpPr>
        <p:spPr bwMode="auto">
          <a:xfrm>
            <a:off x="2743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199" name="Rectangle 15"/>
          <p:cNvSpPr>
            <a:spLocks noChangeArrowheads="1"/>
          </p:cNvSpPr>
          <p:nvPr/>
        </p:nvSpPr>
        <p:spPr bwMode="auto">
          <a:xfrm>
            <a:off x="3124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200" name="Rectangle 16"/>
          <p:cNvSpPr>
            <a:spLocks noChangeArrowheads="1"/>
          </p:cNvSpPr>
          <p:nvPr/>
        </p:nvSpPr>
        <p:spPr bwMode="auto">
          <a:xfrm>
            <a:off x="3505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1" name="Rectangle 17"/>
          <p:cNvSpPr>
            <a:spLocks noChangeArrowheads="1"/>
          </p:cNvSpPr>
          <p:nvPr/>
        </p:nvSpPr>
        <p:spPr bwMode="auto">
          <a:xfrm>
            <a:off x="3886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2" name="Rectangle 18"/>
          <p:cNvSpPr>
            <a:spLocks noChangeArrowheads="1"/>
          </p:cNvSpPr>
          <p:nvPr/>
        </p:nvSpPr>
        <p:spPr bwMode="auto">
          <a:xfrm>
            <a:off x="1219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203" name="Rectangle 19"/>
          <p:cNvSpPr>
            <a:spLocks noChangeArrowheads="1"/>
          </p:cNvSpPr>
          <p:nvPr/>
        </p:nvSpPr>
        <p:spPr bwMode="auto">
          <a:xfrm>
            <a:off x="1600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204" name="Rectangle 20"/>
          <p:cNvSpPr>
            <a:spLocks noChangeArrowheads="1"/>
          </p:cNvSpPr>
          <p:nvPr/>
        </p:nvSpPr>
        <p:spPr bwMode="auto">
          <a:xfrm>
            <a:off x="1981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205" name="Rectangle 21"/>
          <p:cNvSpPr>
            <a:spLocks noChangeArrowheads="1"/>
          </p:cNvSpPr>
          <p:nvPr/>
        </p:nvSpPr>
        <p:spPr bwMode="auto">
          <a:xfrm>
            <a:off x="2362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206" name="Rectangle 22"/>
          <p:cNvSpPr>
            <a:spLocks noChangeArrowheads="1"/>
          </p:cNvSpPr>
          <p:nvPr/>
        </p:nvSpPr>
        <p:spPr bwMode="auto">
          <a:xfrm>
            <a:off x="2743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7" name="Rectangle 23"/>
          <p:cNvSpPr>
            <a:spLocks noChangeArrowheads="1"/>
          </p:cNvSpPr>
          <p:nvPr/>
        </p:nvSpPr>
        <p:spPr bwMode="auto">
          <a:xfrm>
            <a:off x="3124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8" name="Rectangle 24"/>
          <p:cNvSpPr>
            <a:spLocks noChangeArrowheads="1"/>
          </p:cNvSpPr>
          <p:nvPr/>
        </p:nvSpPr>
        <p:spPr bwMode="auto">
          <a:xfrm>
            <a:off x="3505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09" name="Rectangle 25"/>
          <p:cNvSpPr>
            <a:spLocks noChangeArrowheads="1"/>
          </p:cNvSpPr>
          <p:nvPr/>
        </p:nvSpPr>
        <p:spPr bwMode="auto">
          <a:xfrm>
            <a:off x="3886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10" name="Rectangle 26"/>
          <p:cNvSpPr>
            <a:spLocks noChangeArrowheads="1"/>
          </p:cNvSpPr>
          <p:nvPr/>
        </p:nvSpPr>
        <p:spPr bwMode="auto">
          <a:xfrm>
            <a:off x="1219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211" name="Rectangle 27"/>
          <p:cNvSpPr>
            <a:spLocks noChangeArrowheads="1"/>
          </p:cNvSpPr>
          <p:nvPr/>
        </p:nvSpPr>
        <p:spPr bwMode="auto">
          <a:xfrm>
            <a:off x="1600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12" name="Rectangle 28"/>
          <p:cNvSpPr>
            <a:spLocks noChangeArrowheads="1"/>
          </p:cNvSpPr>
          <p:nvPr/>
        </p:nvSpPr>
        <p:spPr bwMode="auto">
          <a:xfrm>
            <a:off x="1981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13" name="Rectangle 29"/>
          <p:cNvSpPr>
            <a:spLocks noChangeArrowheads="1"/>
          </p:cNvSpPr>
          <p:nvPr/>
        </p:nvSpPr>
        <p:spPr bwMode="auto">
          <a:xfrm>
            <a:off x="2362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14" name="Rectangle 30"/>
          <p:cNvSpPr>
            <a:spLocks noChangeArrowheads="1"/>
          </p:cNvSpPr>
          <p:nvPr/>
        </p:nvSpPr>
        <p:spPr bwMode="auto">
          <a:xfrm>
            <a:off x="2743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15" name="Rectangle 31"/>
          <p:cNvSpPr>
            <a:spLocks noChangeArrowheads="1"/>
          </p:cNvSpPr>
          <p:nvPr/>
        </p:nvSpPr>
        <p:spPr bwMode="auto">
          <a:xfrm>
            <a:off x="3124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16" name="Rectangle 32"/>
          <p:cNvSpPr>
            <a:spLocks noChangeArrowheads="1"/>
          </p:cNvSpPr>
          <p:nvPr/>
        </p:nvSpPr>
        <p:spPr bwMode="auto">
          <a:xfrm>
            <a:off x="3505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17" name="Rectangle 33"/>
          <p:cNvSpPr>
            <a:spLocks noChangeArrowheads="1"/>
          </p:cNvSpPr>
          <p:nvPr/>
        </p:nvSpPr>
        <p:spPr bwMode="auto">
          <a:xfrm>
            <a:off x="3886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18" name="Rectangle 34"/>
          <p:cNvSpPr>
            <a:spLocks noChangeArrowheads="1"/>
          </p:cNvSpPr>
          <p:nvPr/>
        </p:nvSpPr>
        <p:spPr bwMode="auto">
          <a:xfrm>
            <a:off x="1219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219" name="Rectangle 35"/>
          <p:cNvSpPr>
            <a:spLocks noChangeArrowheads="1"/>
          </p:cNvSpPr>
          <p:nvPr/>
        </p:nvSpPr>
        <p:spPr bwMode="auto">
          <a:xfrm>
            <a:off x="1600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220" name="Rectangle 36"/>
          <p:cNvSpPr>
            <a:spLocks noChangeArrowheads="1"/>
          </p:cNvSpPr>
          <p:nvPr/>
        </p:nvSpPr>
        <p:spPr bwMode="auto">
          <a:xfrm>
            <a:off x="1981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221" name="Rectangle 37"/>
          <p:cNvSpPr>
            <a:spLocks noChangeArrowheads="1"/>
          </p:cNvSpPr>
          <p:nvPr/>
        </p:nvSpPr>
        <p:spPr bwMode="auto">
          <a:xfrm>
            <a:off x="2362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22" name="Rectangle 38"/>
          <p:cNvSpPr>
            <a:spLocks noChangeArrowheads="1"/>
          </p:cNvSpPr>
          <p:nvPr/>
        </p:nvSpPr>
        <p:spPr bwMode="auto">
          <a:xfrm>
            <a:off x="2743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223" name="Rectangle 39"/>
          <p:cNvSpPr>
            <a:spLocks noChangeArrowheads="1"/>
          </p:cNvSpPr>
          <p:nvPr/>
        </p:nvSpPr>
        <p:spPr bwMode="auto">
          <a:xfrm>
            <a:off x="3124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24" name="Rectangle 40"/>
          <p:cNvSpPr>
            <a:spLocks noChangeArrowheads="1"/>
          </p:cNvSpPr>
          <p:nvPr/>
        </p:nvSpPr>
        <p:spPr bwMode="auto">
          <a:xfrm>
            <a:off x="3505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25" name="Rectangle 41"/>
          <p:cNvSpPr>
            <a:spLocks noChangeArrowheads="1"/>
          </p:cNvSpPr>
          <p:nvPr/>
        </p:nvSpPr>
        <p:spPr bwMode="auto">
          <a:xfrm>
            <a:off x="3886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26" name="Rectangle 42"/>
          <p:cNvSpPr>
            <a:spLocks noChangeArrowheads="1"/>
          </p:cNvSpPr>
          <p:nvPr/>
        </p:nvSpPr>
        <p:spPr bwMode="auto">
          <a:xfrm>
            <a:off x="1219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227" name="Rectangle 43"/>
          <p:cNvSpPr>
            <a:spLocks noChangeArrowheads="1"/>
          </p:cNvSpPr>
          <p:nvPr/>
        </p:nvSpPr>
        <p:spPr bwMode="auto">
          <a:xfrm>
            <a:off x="1600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28" name="Rectangle 44"/>
          <p:cNvSpPr>
            <a:spLocks noChangeArrowheads="1"/>
          </p:cNvSpPr>
          <p:nvPr/>
        </p:nvSpPr>
        <p:spPr bwMode="auto">
          <a:xfrm>
            <a:off x="1981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229" name="Rectangle 45"/>
          <p:cNvSpPr>
            <a:spLocks noChangeArrowheads="1"/>
          </p:cNvSpPr>
          <p:nvPr/>
        </p:nvSpPr>
        <p:spPr bwMode="auto">
          <a:xfrm>
            <a:off x="2362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230" name="Rectangle 46"/>
          <p:cNvSpPr>
            <a:spLocks noChangeArrowheads="1"/>
          </p:cNvSpPr>
          <p:nvPr/>
        </p:nvSpPr>
        <p:spPr bwMode="auto">
          <a:xfrm>
            <a:off x="2743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9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231" name="Rectangle 47"/>
          <p:cNvSpPr>
            <a:spLocks noChangeArrowheads="1"/>
          </p:cNvSpPr>
          <p:nvPr/>
        </p:nvSpPr>
        <p:spPr bwMode="auto">
          <a:xfrm>
            <a:off x="3124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32" name="Rectangle 48"/>
          <p:cNvSpPr>
            <a:spLocks noChangeArrowheads="1"/>
          </p:cNvSpPr>
          <p:nvPr/>
        </p:nvSpPr>
        <p:spPr bwMode="auto">
          <a:xfrm>
            <a:off x="3505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33" name="Rectangle 49"/>
          <p:cNvSpPr>
            <a:spLocks noChangeArrowheads="1"/>
          </p:cNvSpPr>
          <p:nvPr/>
        </p:nvSpPr>
        <p:spPr bwMode="auto">
          <a:xfrm>
            <a:off x="3886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34" name="Rectangle 50"/>
          <p:cNvSpPr>
            <a:spLocks noChangeArrowheads="1"/>
          </p:cNvSpPr>
          <p:nvPr/>
        </p:nvSpPr>
        <p:spPr bwMode="auto">
          <a:xfrm>
            <a:off x="1219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235" name="Rectangle 51"/>
          <p:cNvSpPr>
            <a:spLocks noChangeArrowheads="1"/>
          </p:cNvSpPr>
          <p:nvPr/>
        </p:nvSpPr>
        <p:spPr bwMode="auto">
          <a:xfrm>
            <a:off x="1600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36" name="Rectangle 52"/>
          <p:cNvSpPr>
            <a:spLocks noChangeArrowheads="1"/>
          </p:cNvSpPr>
          <p:nvPr/>
        </p:nvSpPr>
        <p:spPr bwMode="auto">
          <a:xfrm>
            <a:off x="1981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37" name="Rectangle 53"/>
          <p:cNvSpPr>
            <a:spLocks noChangeArrowheads="1"/>
          </p:cNvSpPr>
          <p:nvPr/>
        </p:nvSpPr>
        <p:spPr bwMode="auto">
          <a:xfrm>
            <a:off x="2362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38" name="Rectangle 54"/>
          <p:cNvSpPr>
            <a:spLocks noChangeArrowheads="1"/>
          </p:cNvSpPr>
          <p:nvPr/>
        </p:nvSpPr>
        <p:spPr bwMode="auto">
          <a:xfrm>
            <a:off x="2743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10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239" name="Rectangle 55"/>
          <p:cNvSpPr>
            <a:spLocks noChangeArrowheads="1"/>
          </p:cNvSpPr>
          <p:nvPr/>
        </p:nvSpPr>
        <p:spPr bwMode="auto">
          <a:xfrm>
            <a:off x="3124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40" name="Rectangle 56"/>
          <p:cNvSpPr>
            <a:spLocks noChangeArrowheads="1"/>
          </p:cNvSpPr>
          <p:nvPr/>
        </p:nvSpPr>
        <p:spPr bwMode="auto">
          <a:xfrm>
            <a:off x="3505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41" name="Rectangle 57"/>
          <p:cNvSpPr>
            <a:spLocks noChangeArrowheads="1"/>
          </p:cNvSpPr>
          <p:nvPr/>
        </p:nvSpPr>
        <p:spPr bwMode="auto">
          <a:xfrm>
            <a:off x="3886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42" name="Rectangle 58"/>
          <p:cNvSpPr>
            <a:spLocks noChangeArrowheads="1"/>
          </p:cNvSpPr>
          <p:nvPr/>
        </p:nvSpPr>
        <p:spPr bwMode="auto">
          <a:xfrm>
            <a:off x="1219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43" name="Rectangle 59"/>
          <p:cNvSpPr>
            <a:spLocks noChangeArrowheads="1"/>
          </p:cNvSpPr>
          <p:nvPr/>
        </p:nvSpPr>
        <p:spPr bwMode="auto">
          <a:xfrm>
            <a:off x="1600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44" name="Rectangle 60"/>
          <p:cNvSpPr>
            <a:spLocks noChangeArrowheads="1"/>
          </p:cNvSpPr>
          <p:nvPr/>
        </p:nvSpPr>
        <p:spPr bwMode="auto">
          <a:xfrm>
            <a:off x="1981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45" name="Rectangle 61"/>
          <p:cNvSpPr>
            <a:spLocks noChangeArrowheads="1"/>
          </p:cNvSpPr>
          <p:nvPr/>
        </p:nvSpPr>
        <p:spPr bwMode="auto">
          <a:xfrm>
            <a:off x="2362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46" name="Rectangle 62"/>
          <p:cNvSpPr>
            <a:spLocks noChangeArrowheads="1"/>
          </p:cNvSpPr>
          <p:nvPr/>
        </p:nvSpPr>
        <p:spPr bwMode="auto">
          <a:xfrm>
            <a:off x="2743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47" name="Rectangle 63"/>
          <p:cNvSpPr>
            <a:spLocks noChangeArrowheads="1"/>
          </p:cNvSpPr>
          <p:nvPr/>
        </p:nvSpPr>
        <p:spPr bwMode="auto">
          <a:xfrm>
            <a:off x="3124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48" name="Rectangle 64"/>
          <p:cNvSpPr>
            <a:spLocks noChangeArrowheads="1"/>
          </p:cNvSpPr>
          <p:nvPr/>
        </p:nvSpPr>
        <p:spPr bwMode="auto">
          <a:xfrm>
            <a:off x="3505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49" name="Rectangle 65"/>
          <p:cNvSpPr>
            <a:spLocks noChangeArrowheads="1"/>
          </p:cNvSpPr>
          <p:nvPr/>
        </p:nvSpPr>
        <p:spPr bwMode="auto">
          <a:xfrm>
            <a:off x="3890963" y="3630613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50" name="Rectangle 66"/>
          <p:cNvSpPr>
            <a:spLocks noChangeArrowheads="1"/>
          </p:cNvSpPr>
          <p:nvPr/>
        </p:nvSpPr>
        <p:spPr bwMode="auto">
          <a:xfrm>
            <a:off x="3886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51" name="Rectangle 67"/>
          <p:cNvSpPr>
            <a:spLocks noChangeArrowheads="1"/>
          </p:cNvSpPr>
          <p:nvPr/>
        </p:nvSpPr>
        <p:spPr bwMode="auto">
          <a:xfrm>
            <a:off x="1219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52" name="Rectangle 68"/>
          <p:cNvSpPr>
            <a:spLocks noChangeArrowheads="1"/>
          </p:cNvSpPr>
          <p:nvPr/>
        </p:nvSpPr>
        <p:spPr bwMode="auto">
          <a:xfrm>
            <a:off x="1600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53" name="Rectangle 69"/>
          <p:cNvSpPr>
            <a:spLocks noChangeArrowheads="1"/>
          </p:cNvSpPr>
          <p:nvPr/>
        </p:nvSpPr>
        <p:spPr bwMode="auto">
          <a:xfrm>
            <a:off x="1981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54" name="Rectangle 70"/>
          <p:cNvSpPr>
            <a:spLocks noChangeArrowheads="1"/>
          </p:cNvSpPr>
          <p:nvPr/>
        </p:nvSpPr>
        <p:spPr bwMode="auto">
          <a:xfrm>
            <a:off x="2362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55" name="Rectangle 71"/>
          <p:cNvSpPr>
            <a:spLocks noChangeArrowheads="1"/>
          </p:cNvSpPr>
          <p:nvPr/>
        </p:nvSpPr>
        <p:spPr bwMode="auto">
          <a:xfrm>
            <a:off x="2743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56" name="Rectangle 72"/>
          <p:cNvSpPr>
            <a:spLocks noChangeArrowheads="1"/>
          </p:cNvSpPr>
          <p:nvPr/>
        </p:nvSpPr>
        <p:spPr bwMode="auto">
          <a:xfrm>
            <a:off x="3124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57" name="Rectangle 73"/>
          <p:cNvSpPr>
            <a:spLocks noChangeArrowheads="1"/>
          </p:cNvSpPr>
          <p:nvPr/>
        </p:nvSpPr>
        <p:spPr bwMode="auto">
          <a:xfrm>
            <a:off x="3505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58" name="Rectangle 74"/>
          <p:cNvSpPr>
            <a:spLocks noChangeArrowheads="1"/>
          </p:cNvSpPr>
          <p:nvPr/>
        </p:nvSpPr>
        <p:spPr bwMode="auto">
          <a:xfrm>
            <a:off x="381000" y="4768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59" name="Rectangle 75"/>
          <p:cNvSpPr>
            <a:spLocks noChangeArrowheads="1"/>
          </p:cNvSpPr>
          <p:nvPr/>
        </p:nvSpPr>
        <p:spPr bwMode="auto">
          <a:xfrm>
            <a:off x="381000" y="2101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60" name="Rectangle 76"/>
          <p:cNvSpPr>
            <a:spLocks noChangeArrowheads="1"/>
          </p:cNvSpPr>
          <p:nvPr/>
        </p:nvSpPr>
        <p:spPr bwMode="auto">
          <a:xfrm>
            <a:off x="381000" y="2482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61" name="Rectangle 77"/>
          <p:cNvSpPr>
            <a:spLocks noChangeArrowheads="1"/>
          </p:cNvSpPr>
          <p:nvPr/>
        </p:nvSpPr>
        <p:spPr bwMode="auto">
          <a:xfrm>
            <a:off x="381000" y="2863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62" name="Rectangle 78"/>
          <p:cNvSpPr>
            <a:spLocks noChangeArrowheads="1"/>
          </p:cNvSpPr>
          <p:nvPr/>
        </p:nvSpPr>
        <p:spPr bwMode="auto">
          <a:xfrm>
            <a:off x="381000" y="3244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63" name="Rectangle 79"/>
          <p:cNvSpPr>
            <a:spLocks noChangeArrowheads="1"/>
          </p:cNvSpPr>
          <p:nvPr/>
        </p:nvSpPr>
        <p:spPr bwMode="auto">
          <a:xfrm>
            <a:off x="381000" y="3625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64" name="Rectangle 80"/>
          <p:cNvSpPr>
            <a:spLocks noChangeArrowheads="1"/>
          </p:cNvSpPr>
          <p:nvPr/>
        </p:nvSpPr>
        <p:spPr bwMode="auto">
          <a:xfrm>
            <a:off x="381000" y="4006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65" name="Rectangle 81"/>
          <p:cNvSpPr>
            <a:spLocks noChangeArrowheads="1"/>
          </p:cNvSpPr>
          <p:nvPr/>
        </p:nvSpPr>
        <p:spPr bwMode="auto">
          <a:xfrm>
            <a:off x="381000" y="4387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67" name="Rectangle 83"/>
          <p:cNvSpPr>
            <a:spLocks noChangeArrowheads="1"/>
          </p:cNvSpPr>
          <p:nvPr/>
        </p:nvSpPr>
        <p:spPr bwMode="auto">
          <a:xfrm>
            <a:off x="838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68" name="Rectangle 84"/>
          <p:cNvSpPr>
            <a:spLocks noChangeArrowheads="1"/>
          </p:cNvSpPr>
          <p:nvPr/>
        </p:nvSpPr>
        <p:spPr bwMode="auto">
          <a:xfrm>
            <a:off x="838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69" name="Rectangle 85"/>
          <p:cNvSpPr>
            <a:spLocks noChangeArrowheads="1"/>
          </p:cNvSpPr>
          <p:nvPr/>
        </p:nvSpPr>
        <p:spPr bwMode="auto">
          <a:xfrm>
            <a:off x="838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70" name="Rectangle 86"/>
          <p:cNvSpPr>
            <a:spLocks noChangeArrowheads="1"/>
          </p:cNvSpPr>
          <p:nvPr/>
        </p:nvSpPr>
        <p:spPr bwMode="auto">
          <a:xfrm>
            <a:off x="838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71" name="Rectangle 87"/>
          <p:cNvSpPr>
            <a:spLocks noChangeArrowheads="1"/>
          </p:cNvSpPr>
          <p:nvPr/>
        </p:nvSpPr>
        <p:spPr bwMode="auto">
          <a:xfrm>
            <a:off x="838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72" name="Rectangle 88"/>
          <p:cNvSpPr>
            <a:spLocks noChangeArrowheads="1"/>
          </p:cNvSpPr>
          <p:nvPr/>
        </p:nvSpPr>
        <p:spPr bwMode="auto">
          <a:xfrm>
            <a:off x="838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73" name="Rectangle 89"/>
          <p:cNvSpPr>
            <a:spLocks noChangeArrowheads="1"/>
          </p:cNvSpPr>
          <p:nvPr/>
        </p:nvSpPr>
        <p:spPr bwMode="auto">
          <a:xfrm>
            <a:off x="838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74" name="Rectangle 90"/>
          <p:cNvSpPr>
            <a:spLocks noChangeArrowheads="1"/>
          </p:cNvSpPr>
          <p:nvPr/>
        </p:nvSpPr>
        <p:spPr bwMode="auto">
          <a:xfrm>
            <a:off x="838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75" name="Rectangle 91"/>
          <p:cNvSpPr>
            <a:spLocks noChangeArrowheads="1"/>
          </p:cNvSpPr>
          <p:nvPr/>
        </p:nvSpPr>
        <p:spPr bwMode="auto">
          <a:xfrm>
            <a:off x="838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76" name="Rectangle 92"/>
          <p:cNvSpPr>
            <a:spLocks noChangeArrowheads="1"/>
          </p:cNvSpPr>
          <p:nvPr/>
        </p:nvSpPr>
        <p:spPr bwMode="auto">
          <a:xfrm>
            <a:off x="381000" y="5149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277" name="Rectangle 93"/>
          <p:cNvSpPr>
            <a:spLocks noChangeArrowheads="1"/>
          </p:cNvSpPr>
          <p:nvPr/>
        </p:nvSpPr>
        <p:spPr bwMode="auto">
          <a:xfrm>
            <a:off x="4267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78" name="Rectangle 94"/>
          <p:cNvSpPr>
            <a:spLocks noChangeArrowheads="1"/>
          </p:cNvSpPr>
          <p:nvPr/>
        </p:nvSpPr>
        <p:spPr bwMode="auto">
          <a:xfrm>
            <a:off x="4267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79" name="Rectangle 95"/>
          <p:cNvSpPr>
            <a:spLocks noChangeArrowheads="1"/>
          </p:cNvSpPr>
          <p:nvPr/>
        </p:nvSpPr>
        <p:spPr bwMode="auto">
          <a:xfrm>
            <a:off x="4267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80" name="Rectangle 96"/>
          <p:cNvSpPr>
            <a:spLocks noChangeArrowheads="1"/>
          </p:cNvSpPr>
          <p:nvPr/>
        </p:nvSpPr>
        <p:spPr bwMode="auto">
          <a:xfrm>
            <a:off x="4267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81" name="Rectangle 97"/>
          <p:cNvSpPr>
            <a:spLocks noChangeArrowheads="1"/>
          </p:cNvSpPr>
          <p:nvPr/>
        </p:nvSpPr>
        <p:spPr bwMode="auto">
          <a:xfrm>
            <a:off x="4267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82" name="Rectangle 98"/>
          <p:cNvSpPr>
            <a:spLocks noChangeArrowheads="1"/>
          </p:cNvSpPr>
          <p:nvPr/>
        </p:nvSpPr>
        <p:spPr bwMode="auto">
          <a:xfrm>
            <a:off x="4267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83" name="Rectangle 99"/>
          <p:cNvSpPr>
            <a:spLocks noChangeArrowheads="1"/>
          </p:cNvSpPr>
          <p:nvPr/>
        </p:nvSpPr>
        <p:spPr bwMode="auto">
          <a:xfrm>
            <a:off x="4267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84" name="Rectangle 100"/>
          <p:cNvSpPr>
            <a:spLocks noChangeArrowheads="1"/>
          </p:cNvSpPr>
          <p:nvPr/>
        </p:nvSpPr>
        <p:spPr bwMode="auto">
          <a:xfrm>
            <a:off x="4267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85" name="Rectangle 101"/>
          <p:cNvSpPr>
            <a:spLocks noChangeArrowheads="1"/>
          </p:cNvSpPr>
          <p:nvPr/>
        </p:nvSpPr>
        <p:spPr bwMode="auto">
          <a:xfrm>
            <a:off x="4267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86" name="Rectangle 102"/>
          <p:cNvSpPr>
            <a:spLocks noChangeArrowheads="1"/>
          </p:cNvSpPr>
          <p:nvPr/>
        </p:nvSpPr>
        <p:spPr bwMode="auto">
          <a:xfrm>
            <a:off x="1600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87" name="Rectangle 103"/>
          <p:cNvSpPr>
            <a:spLocks noChangeArrowheads="1"/>
          </p:cNvSpPr>
          <p:nvPr/>
        </p:nvSpPr>
        <p:spPr bwMode="auto">
          <a:xfrm>
            <a:off x="1981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88" name="Rectangle 104"/>
          <p:cNvSpPr>
            <a:spLocks noChangeArrowheads="1"/>
          </p:cNvSpPr>
          <p:nvPr/>
        </p:nvSpPr>
        <p:spPr bwMode="auto">
          <a:xfrm>
            <a:off x="2362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89" name="Rectangle 105"/>
          <p:cNvSpPr>
            <a:spLocks noChangeArrowheads="1"/>
          </p:cNvSpPr>
          <p:nvPr/>
        </p:nvSpPr>
        <p:spPr bwMode="auto">
          <a:xfrm>
            <a:off x="2743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90" name="Rectangle 106"/>
          <p:cNvSpPr>
            <a:spLocks noChangeArrowheads="1"/>
          </p:cNvSpPr>
          <p:nvPr/>
        </p:nvSpPr>
        <p:spPr bwMode="auto">
          <a:xfrm>
            <a:off x="3124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91" name="Rectangle 107"/>
          <p:cNvSpPr>
            <a:spLocks noChangeArrowheads="1"/>
          </p:cNvSpPr>
          <p:nvPr/>
        </p:nvSpPr>
        <p:spPr bwMode="auto">
          <a:xfrm>
            <a:off x="3505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92" name="Rectangle 108"/>
          <p:cNvSpPr>
            <a:spLocks noChangeArrowheads="1"/>
          </p:cNvSpPr>
          <p:nvPr/>
        </p:nvSpPr>
        <p:spPr bwMode="auto">
          <a:xfrm>
            <a:off x="3886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93" name="Rectangle 109"/>
          <p:cNvSpPr>
            <a:spLocks noChangeArrowheads="1"/>
          </p:cNvSpPr>
          <p:nvPr/>
        </p:nvSpPr>
        <p:spPr bwMode="auto">
          <a:xfrm>
            <a:off x="1219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94" name="Rectangle 110"/>
          <p:cNvSpPr>
            <a:spLocks noChangeArrowheads="1"/>
          </p:cNvSpPr>
          <p:nvPr/>
        </p:nvSpPr>
        <p:spPr bwMode="auto">
          <a:xfrm>
            <a:off x="838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95" name="Rectangle 111"/>
          <p:cNvSpPr>
            <a:spLocks noChangeArrowheads="1"/>
          </p:cNvSpPr>
          <p:nvPr/>
        </p:nvSpPr>
        <p:spPr bwMode="auto">
          <a:xfrm>
            <a:off x="4267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96" name="Rectangle 112"/>
          <p:cNvSpPr>
            <a:spLocks noChangeArrowheads="1"/>
          </p:cNvSpPr>
          <p:nvPr/>
        </p:nvSpPr>
        <p:spPr bwMode="auto">
          <a:xfrm>
            <a:off x="1600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97" name="Rectangle 113"/>
          <p:cNvSpPr>
            <a:spLocks noChangeArrowheads="1"/>
          </p:cNvSpPr>
          <p:nvPr/>
        </p:nvSpPr>
        <p:spPr bwMode="auto">
          <a:xfrm>
            <a:off x="1981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98" name="Rectangle 114"/>
          <p:cNvSpPr>
            <a:spLocks noChangeArrowheads="1"/>
          </p:cNvSpPr>
          <p:nvPr/>
        </p:nvSpPr>
        <p:spPr bwMode="auto">
          <a:xfrm>
            <a:off x="2362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299" name="Rectangle 115"/>
          <p:cNvSpPr>
            <a:spLocks noChangeArrowheads="1"/>
          </p:cNvSpPr>
          <p:nvPr/>
        </p:nvSpPr>
        <p:spPr bwMode="auto">
          <a:xfrm>
            <a:off x="2743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300" name="Rectangle 116"/>
          <p:cNvSpPr>
            <a:spLocks noChangeArrowheads="1"/>
          </p:cNvSpPr>
          <p:nvPr/>
        </p:nvSpPr>
        <p:spPr bwMode="auto">
          <a:xfrm>
            <a:off x="3124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301" name="Rectangle 117"/>
          <p:cNvSpPr>
            <a:spLocks noChangeArrowheads="1"/>
          </p:cNvSpPr>
          <p:nvPr/>
        </p:nvSpPr>
        <p:spPr bwMode="auto">
          <a:xfrm>
            <a:off x="3505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302" name="Rectangle 118"/>
          <p:cNvSpPr>
            <a:spLocks noChangeArrowheads="1"/>
          </p:cNvSpPr>
          <p:nvPr/>
        </p:nvSpPr>
        <p:spPr bwMode="auto">
          <a:xfrm>
            <a:off x="3886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303" name="Rectangle 119"/>
          <p:cNvSpPr>
            <a:spLocks noChangeArrowheads="1"/>
          </p:cNvSpPr>
          <p:nvPr/>
        </p:nvSpPr>
        <p:spPr bwMode="auto">
          <a:xfrm>
            <a:off x="1219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304" name="Rectangle 120"/>
          <p:cNvSpPr>
            <a:spLocks noChangeArrowheads="1"/>
          </p:cNvSpPr>
          <p:nvPr/>
        </p:nvSpPr>
        <p:spPr bwMode="auto">
          <a:xfrm>
            <a:off x="838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305" name="Rectangle 121"/>
          <p:cNvSpPr>
            <a:spLocks noChangeArrowheads="1"/>
          </p:cNvSpPr>
          <p:nvPr/>
        </p:nvSpPr>
        <p:spPr bwMode="auto">
          <a:xfrm>
            <a:off x="4267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306" name="Rectangle 122"/>
          <p:cNvSpPr>
            <a:spLocks noChangeArrowheads="1"/>
          </p:cNvSpPr>
          <p:nvPr/>
        </p:nvSpPr>
        <p:spPr bwMode="auto">
          <a:xfrm>
            <a:off x="381000" y="1720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93307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1850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308" name="Text Box 124"/>
          <p:cNvSpPr txBox="1">
            <a:spLocks noChangeArrowheads="1"/>
          </p:cNvSpPr>
          <p:nvPr/>
        </p:nvSpPr>
        <p:spPr bwMode="auto">
          <a:xfrm>
            <a:off x="5334000" y="2098675"/>
            <a:ext cx="966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(5,5)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309" name="Line 125"/>
          <p:cNvSpPr>
            <a:spLocks noChangeShapeType="1"/>
          </p:cNvSpPr>
          <p:nvPr/>
        </p:nvSpPr>
        <p:spPr bwMode="auto">
          <a:xfrm>
            <a:off x="5334000" y="1946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310" name="Line 126"/>
          <p:cNvSpPr>
            <a:spLocks noChangeShapeType="1"/>
          </p:cNvSpPr>
          <p:nvPr/>
        </p:nvSpPr>
        <p:spPr bwMode="auto">
          <a:xfrm>
            <a:off x="5334000" y="2708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311" name="AutoShape 127"/>
          <p:cNvSpPr>
            <a:spLocks noChangeArrowheads="1"/>
          </p:cNvSpPr>
          <p:nvPr/>
        </p:nvSpPr>
        <p:spPr bwMode="auto">
          <a:xfrm>
            <a:off x="4800600" y="727075"/>
            <a:ext cx="1143000" cy="1600200"/>
          </a:xfrm>
          <a:custGeom>
            <a:avLst/>
            <a:gdLst>
              <a:gd name="T0" fmla="*/ 310885 w 21600"/>
              <a:gd name="T1" fmla="*/ 1512189 h 21600"/>
              <a:gd name="T2" fmla="*/ 539380 w 21600"/>
              <a:gd name="T3" fmla="*/ 1511819 h 21600"/>
              <a:gd name="T4" fmla="*/ 367506 w 21600"/>
              <a:gd name="T5" fmla="*/ 1357429 h 21600"/>
              <a:gd name="T6" fmla="*/ 19156 w 21600"/>
              <a:gd name="T7" fmla="*/ 1434327 h 21600"/>
              <a:gd name="T8" fmla="*/ 47572 w 21600"/>
              <a:gd name="T9" fmla="*/ 1030499 h 21600"/>
              <a:gd name="T10" fmla="*/ 336074 w 21600"/>
              <a:gd name="T11" fmla="*/ 107035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4264" y="16160"/>
                </a:moveTo>
                <a:cubicBezTo>
                  <a:pt x="5751" y="17974"/>
                  <a:pt x="7926" y="19088"/>
                  <a:pt x="10267" y="19236"/>
                </a:cubicBezTo>
                <a:lnTo>
                  <a:pt x="10119" y="21578"/>
                </a:lnTo>
                <a:cubicBezTo>
                  <a:pt x="7128" y="21389"/>
                  <a:pt x="4350" y="19966"/>
                  <a:pt x="2449" y="17649"/>
                </a:cubicBezTo>
                <a:lnTo>
                  <a:pt x="362" y="19361"/>
                </a:lnTo>
                <a:lnTo>
                  <a:pt x="899" y="13910"/>
                </a:lnTo>
                <a:lnTo>
                  <a:pt x="6351" y="14448"/>
                </a:lnTo>
                <a:lnTo>
                  <a:pt x="4264" y="16160"/>
                </a:lnTo>
                <a:close/>
              </a:path>
            </a:pathLst>
          </a:custGeom>
          <a:solidFill>
            <a:schemeClr val="folHlink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312" name="AutoShape 128"/>
          <p:cNvSpPr>
            <a:spLocks noChangeArrowheads="1"/>
          </p:cNvSpPr>
          <p:nvPr/>
        </p:nvSpPr>
        <p:spPr bwMode="auto">
          <a:xfrm>
            <a:off x="8305800" y="1489075"/>
            <a:ext cx="762000" cy="838200"/>
          </a:xfrm>
          <a:custGeom>
            <a:avLst/>
            <a:gdLst>
              <a:gd name="T0" fmla="*/ 732331 w 21600"/>
              <a:gd name="T1" fmla="*/ 581230 h 21600"/>
              <a:gd name="T2" fmla="*/ 578485 w 21600"/>
              <a:gd name="T3" fmla="*/ 192708 h 21600"/>
              <a:gd name="T4" fmla="*/ 555660 w 21600"/>
              <a:gd name="T5" fmla="*/ 499699 h 21600"/>
              <a:gd name="T6" fmla="*/ 366889 w 21600"/>
              <a:gd name="T7" fmla="*/ 942742 h 21600"/>
              <a:gd name="T8" fmla="*/ 181575 w 21600"/>
              <a:gd name="T9" fmla="*/ 726479 h 21600"/>
              <a:gd name="T10" fmla="*/ 378178 w 21600"/>
              <a:gd name="T11" fmla="*/ 52263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641" y="16167"/>
                </a:moveTo>
                <a:cubicBezTo>
                  <a:pt x="10693" y="16169"/>
                  <a:pt x="10746" y="16170"/>
                  <a:pt x="10800" y="16170"/>
                </a:cubicBezTo>
                <a:cubicBezTo>
                  <a:pt x="13765" y="16170"/>
                  <a:pt x="16170" y="13765"/>
                  <a:pt x="16170" y="10800"/>
                </a:cubicBezTo>
                <a:cubicBezTo>
                  <a:pt x="16170" y="9337"/>
                  <a:pt x="15573" y="7938"/>
                  <a:pt x="14518" y="6925"/>
                </a:cubicBezTo>
                <a:lnTo>
                  <a:pt x="18278" y="3008"/>
                </a:lnTo>
                <a:cubicBezTo>
                  <a:pt x="20400" y="5044"/>
                  <a:pt x="21600" y="7858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693" y="21600"/>
                  <a:pt x="10586" y="21598"/>
                  <a:pt x="10480" y="21595"/>
                </a:cubicBezTo>
                <a:lnTo>
                  <a:pt x="10400" y="24294"/>
                </a:lnTo>
                <a:lnTo>
                  <a:pt x="5147" y="18721"/>
                </a:lnTo>
                <a:lnTo>
                  <a:pt x="10720" y="13468"/>
                </a:lnTo>
                <a:lnTo>
                  <a:pt x="10641" y="16167"/>
                </a:lnTo>
                <a:close/>
              </a:path>
            </a:pathLst>
          </a:cu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313" name="Text Box 129"/>
          <p:cNvSpPr txBox="1">
            <a:spLocks noChangeArrowheads="1"/>
          </p:cNvSpPr>
          <p:nvPr/>
        </p:nvSpPr>
        <p:spPr bwMode="auto">
          <a:xfrm>
            <a:off x="6172200" y="2098675"/>
            <a:ext cx="99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(7,5)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3314" name="Rectangle 130"/>
          <p:cNvSpPr>
            <a:spLocks noChangeArrowheads="1"/>
          </p:cNvSpPr>
          <p:nvPr/>
        </p:nvSpPr>
        <p:spPr bwMode="auto">
          <a:xfrm>
            <a:off x="2743200" y="3624263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10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1219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1600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1981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13" name="Rectangle 5"/>
          <p:cNvSpPr>
            <a:spLocks noChangeArrowheads="1"/>
          </p:cNvSpPr>
          <p:nvPr/>
        </p:nvSpPr>
        <p:spPr bwMode="auto">
          <a:xfrm>
            <a:off x="2362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14" name="Rectangle 6"/>
          <p:cNvSpPr>
            <a:spLocks noChangeArrowheads="1"/>
          </p:cNvSpPr>
          <p:nvPr/>
        </p:nvSpPr>
        <p:spPr bwMode="auto">
          <a:xfrm>
            <a:off x="2743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15" name="Rectangle 7"/>
          <p:cNvSpPr>
            <a:spLocks noChangeArrowheads="1"/>
          </p:cNvSpPr>
          <p:nvPr/>
        </p:nvSpPr>
        <p:spPr bwMode="auto">
          <a:xfrm>
            <a:off x="3124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9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16" name="Rectangle 8"/>
          <p:cNvSpPr>
            <a:spLocks noChangeArrowheads="1"/>
          </p:cNvSpPr>
          <p:nvPr/>
        </p:nvSpPr>
        <p:spPr bwMode="auto">
          <a:xfrm>
            <a:off x="3505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17" name="Rectangle 9"/>
          <p:cNvSpPr>
            <a:spLocks noChangeArrowheads="1"/>
          </p:cNvSpPr>
          <p:nvPr/>
        </p:nvSpPr>
        <p:spPr bwMode="auto">
          <a:xfrm>
            <a:off x="3886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18" name="Rectangle 10"/>
          <p:cNvSpPr>
            <a:spLocks noChangeArrowheads="1"/>
          </p:cNvSpPr>
          <p:nvPr/>
        </p:nvSpPr>
        <p:spPr bwMode="auto">
          <a:xfrm>
            <a:off x="1219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19" name="Rectangle 11"/>
          <p:cNvSpPr>
            <a:spLocks noChangeArrowheads="1"/>
          </p:cNvSpPr>
          <p:nvPr/>
        </p:nvSpPr>
        <p:spPr bwMode="auto">
          <a:xfrm>
            <a:off x="1600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20" name="Rectangle 12"/>
          <p:cNvSpPr>
            <a:spLocks noChangeArrowheads="1"/>
          </p:cNvSpPr>
          <p:nvPr/>
        </p:nvSpPr>
        <p:spPr bwMode="auto">
          <a:xfrm>
            <a:off x="1981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21" name="Rectangle 13"/>
          <p:cNvSpPr>
            <a:spLocks noChangeArrowheads="1"/>
          </p:cNvSpPr>
          <p:nvPr/>
        </p:nvSpPr>
        <p:spPr bwMode="auto">
          <a:xfrm>
            <a:off x="2362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22" name="Rectangle 14"/>
          <p:cNvSpPr>
            <a:spLocks noChangeArrowheads="1"/>
          </p:cNvSpPr>
          <p:nvPr/>
        </p:nvSpPr>
        <p:spPr bwMode="auto">
          <a:xfrm>
            <a:off x="2743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23" name="Rectangle 15"/>
          <p:cNvSpPr>
            <a:spLocks noChangeArrowheads="1"/>
          </p:cNvSpPr>
          <p:nvPr/>
        </p:nvSpPr>
        <p:spPr bwMode="auto">
          <a:xfrm>
            <a:off x="3124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24" name="Rectangle 16"/>
          <p:cNvSpPr>
            <a:spLocks noChangeArrowheads="1"/>
          </p:cNvSpPr>
          <p:nvPr/>
        </p:nvSpPr>
        <p:spPr bwMode="auto">
          <a:xfrm>
            <a:off x="3505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25" name="Rectangle 17"/>
          <p:cNvSpPr>
            <a:spLocks noChangeArrowheads="1"/>
          </p:cNvSpPr>
          <p:nvPr/>
        </p:nvSpPr>
        <p:spPr bwMode="auto">
          <a:xfrm>
            <a:off x="3886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26" name="Rectangle 18"/>
          <p:cNvSpPr>
            <a:spLocks noChangeArrowheads="1"/>
          </p:cNvSpPr>
          <p:nvPr/>
        </p:nvSpPr>
        <p:spPr bwMode="auto">
          <a:xfrm>
            <a:off x="1219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27" name="Rectangle 19"/>
          <p:cNvSpPr>
            <a:spLocks noChangeArrowheads="1"/>
          </p:cNvSpPr>
          <p:nvPr/>
        </p:nvSpPr>
        <p:spPr bwMode="auto">
          <a:xfrm>
            <a:off x="1600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28" name="Rectangle 20"/>
          <p:cNvSpPr>
            <a:spLocks noChangeArrowheads="1"/>
          </p:cNvSpPr>
          <p:nvPr/>
        </p:nvSpPr>
        <p:spPr bwMode="auto">
          <a:xfrm>
            <a:off x="1981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29" name="Rectangle 21"/>
          <p:cNvSpPr>
            <a:spLocks noChangeArrowheads="1"/>
          </p:cNvSpPr>
          <p:nvPr/>
        </p:nvSpPr>
        <p:spPr bwMode="auto">
          <a:xfrm>
            <a:off x="2362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30" name="Rectangle 22"/>
          <p:cNvSpPr>
            <a:spLocks noChangeArrowheads="1"/>
          </p:cNvSpPr>
          <p:nvPr/>
        </p:nvSpPr>
        <p:spPr bwMode="auto">
          <a:xfrm>
            <a:off x="2743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31" name="Rectangle 23"/>
          <p:cNvSpPr>
            <a:spLocks noChangeArrowheads="1"/>
          </p:cNvSpPr>
          <p:nvPr/>
        </p:nvSpPr>
        <p:spPr bwMode="auto">
          <a:xfrm>
            <a:off x="3124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32" name="Rectangle 24"/>
          <p:cNvSpPr>
            <a:spLocks noChangeArrowheads="1"/>
          </p:cNvSpPr>
          <p:nvPr/>
        </p:nvSpPr>
        <p:spPr bwMode="auto">
          <a:xfrm>
            <a:off x="3505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33" name="Rectangle 25"/>
          <p:cNvSpPr>
            <a:spLocks noChangeArrowheads="1"/>
          </p:cNvSpPr>
          <p:nvPr/>
        </p:nvSpPr>
        <p:spPr bwMode="auto">
          <a:xfrm>
            <a:off x="3886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34" name="Rectangle 26"/>
          <p:cNvSpPr>
            <a:spLocks noChangeArrowheads="1"/>
          </p:cNvSpPr>
          <p:nvPr/>
        </p:nvSpPr>
        <p:spPr bwMode="auto">
          <a:xfrm>
            <a:off x="1219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35" name="Rectangle 27"/>
          <p:cNvSpPr>
            <a:spLocks noChangeArrowheads="1"/>
          </p:cNvSpPr>
          <p:nvPr/>
        </p:nvSpPr>
        <p:spPr bwMode="auto">
          <a:xfrm>
            <a:off x="1600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36" name="Rectangle 28"/>
          <p:cNvSpPr>
            <a:spLocks noChangeArrowheads="1"/>
          </p:cNvSpPr>
          <p:nvPr/>
        </p:nvSpPr>
        <p:spPr bwMode="auto">
          <a:xfrm>
            <a:off x="1981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37" name="Rectangle 29"/>
          <p:cNvSpPr>
            <a:spLocks noChangeArrowheads="1"/>
          </p:cNvSpPr>
          <p:nvPr/>
        </p:nvSpPr>
        <p:spPr bwMode="auto">
          <a:xfrm>
            <a:off x="2362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38" name="Rectangle 30"/>
          <p:cNvSpPr>
            <a:spLocks noChangeArrowheads="1"/>
          </p:cNvSpPr>
          <p:nvPr/>
        </p:nvSpPr>
        <p:spPr bwMode="auto">
          <a:xfrm>
            <a:off x="2743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11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39" name="Rectangle 31"/>
          <p:cNvSpPr>
            <a:spLocks noChangeArrowheads="1"/>
          </p:cNvSpPr>
          <p:nvPr/>
        </p:nvSpPr>
        <p:spPr bwMode="auto">
          <a:xfrm>
            <a:off x="3124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40" name="Rectangle 32"/>
          <p:cNvSpPr>
            <a:spLocks noChangeArrowheads="1"/>
          </p:cNvSpPr>
          <p:nvPr/>
        </p:nvSpPr>
        <p:spPr bwMode="auto">
          <a:xfrm>
            <a:off x="3505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41" name="Rectangle 33"/>
          <p:cNvSpPr>
            <a:spLocks noChangeArrowheads="1"/>
          </p:cNvSpPr>
          <p:nvPr/>
        </p:nvSpPr>
        <p:spPr bwMode="auto">
          <a:xfrm>
            <a:off x="3886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42" name="Rectangle 34"/>
          <p:cNvSpPr>
            <a:spLocks noChangeArrowheads="1"/>
          </p:cNvSpPr>
          <p:nvPr/>
        </p:nvSpPr>
        <p:spPr bwMode="auto">
          <a:xfrm>
            <a:off x="1219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43" name="Rectangle 35"/>
          <p:cNvSpPr>
            <a:spLocks noChangeArrowheads="1"/>
          </p:cNvSpPr>
          <p:nvPr/>
        </p:nvSpPr>
        <p:spPr bwMode="auto">
          <a:xfrm>
            <a:off x="1600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44" name="Rectangle 36"/>
          <p:cNvSpPr>
            <a:spLocks noChangeArrowheads="1"/>
          </p:cNvSpPr>
          <p:nvPr/>
        </p:nvSpPr>
        <p:spPr bwMode="auto">
          <a:xfrm>
            <a:off x="1981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45" name="Rectangle 37"/>
          <p:cNvSpPr>
            <a:spLocks noChangeArrowheads="1"/>
          </p:cNvSpPr>
          <p:nvPr/>
        </p:nvSpPr>
        <p:spPr bwMode="auto">
          <a:xfrm>
            <a:off x="2362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46" name="Rectangle 38"/>
          <p:cNvSpPr>
            <a:spLocks noChangeArrowheads="1"/>
          </p:cNvSpPr>
          <p:nvPr/>
        </p:nvSpPr>
        <p:spPr bwMode="auto">
          <a:xfrm>
            <a:off x="2743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10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47" name="Rectangle 39"/>
          <p:cNvSpPr>
            <a:spLocks noChangeArrowheads="1"/>
          </p:cNvSpPr>
          <p:nvPr/>
        </p:nvSpPr>
        <p:spPr bwMode="auto">
          <a:xfrm>
            <a:off x="3124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11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48" name="Rectangle 40"/>
          <p:cNvSpPr>
            <a:spLocks noChangeArrowheads="1"/>
          </p:cNvSpPr>
          <p:nvPr/>
        </p:nvSpPr>
        <p:spPr bwMode="auto">
          <a:xfrm>
            <a:off x="3505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49" name="Rectangle 41"/>
          <p:cNvSpPr>
            <a:spLocks noChangeArrowheads="1"/>
          </p:cNvSpPr>
          <p:nvPr/>
        </p:nvSpPr>
        <p:spPr bwMode="auto">
          <a:xfrm>
            <a:off x="3886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50" name="Rectangle 42"/>
          <p:cNvSpPr>
            <a:spLocks noChangeArrowheads="1"/>
          </p:cNvSpPr>
          <p:nvPr/>
        </p:nvSpPr>
        <p:spPr bwMode="auto">
          <a:xfrm>
            <a:off x="1219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51" name="Rectangle 43"/>
          <p:cNvSpPr>
            <a:spLocks noChangeArrowheads="1"/>
          </p:cNvSpPr>
          <p:nvPr/>
        </p:nvSpPr>
        <p:spPr bwMode="auto">
          <a:xfrm>
            <a:off x="1600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52" name="Rectangle 44"/>
          <p:cNvSpPr>
            <a:spLocks noChangeArrowheads="1"/>
          </p:cNvSpPr>
          <p:nvPr/>
        </p:nvSpPr>
        <p:spPr bwMode="auto">
          <a:xfrm>
            <a:off x="1981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53" name="Rectangle 45"/>
          <p:cNvSpPr>
            <a:spLocks noChangeArrowheads="1"/>
          </p:cNvSpPr>
          <p:nvPr/>
        </p:nvSpPr>
        <p:spPr bwMode="auto">
          <a:xfrm>
            <a:off x="2362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54" name="Rectangle 46"/>
          <p:cNvSpPr>
            <a:spLocks noChangeArrowheads="1"/>
          </p:cNvSpPr>
          <p:nvPr/>
        </p:nvSpPr>
        <p:spPr bwMode="auto">
          <a:xfrm>
            <a:off x="2743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9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55" name="Rectangle 47"/>
          <p:cNvSpPr>
            <a:spLocks noChangeArrowheads="1"/>
          </p:cNvSpPr>
          <p:nvPr/>
        </p:nvSpPr>
        <p:spPr bwMode="auto">
          <a:xfrm>
            <a:off x="3124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56" name="Rectangle 48"/>
          <p:cNvSpPr>
            <a:spLocks noChangeArrowheads="1"/>
          </p:cNvSpPr>
          <p:nvPr/>
        </p:nvSpPr>
        <p:spPr bwMode="auto">
          <a:xfrm>
            <a:off x="3505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57" name="Rectangle 49"/>
          <p:cNvSpPr>
            <a:spLocks noChangeArrowheads="1"/>
          </p:cNvSpPr>
          <p:nvPr/>
        </p:nvSpPr>
        <p:spPr bwMode="auto">
          <a:xfrm>
            <a:off x="3886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58" name="Rectangle 50"/>
          <p:cNvSpPr>
            <a:spLocks noChangeArrowheads="1"/>
          </p:cNvSpPr>
          <p:nvPr/>
        </p:nvSpPr>
        <p:spPr bwMode="auto">
          <a:xfrm>
            <a:off x="1219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4259" name="Rectangle 51"/>
          <p:cNvSpPr>
            <a:spLocks noChangeArrowheads="1"/>
          </p:cNvSpPr>
          <p:nvPr/>
        </p:nvSpPr>
        <p:spPr bwMode="auto">
          <a:xfrm>
            <a:off x="1600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60" name="Rectangle 52"/>
          <p:cNvSpPr>
            <a:spLocks noChangeArrowheads="1"/>
          </p:cNvSpPr>
          <p:nvPr/>
        </p:nvSpPr>
        <p:spPr bwMode="auto">
          <a:xfrm>
            <a:off x="1981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61" name="Rectangle 53"/>
          <p:cNvSpPr>
            <a:spLocks noChangeArrowheads="1"/>
          </p:cNvSpPr>
          <p:nvPr/>
        </p:nvSpPr>
        <p:spPr bwMode="auto">
          <a:xfrm>
            <a:off x="2362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62" name="Rectangle 54"/>
          <p:cNvSpPr>
            <a:spLocks noChangeArrowheads="1"/>
          </p:cNvSpPr>
          <p:nvPr/>
        </p:nvSpPr>
        <p:spPr bwMode="auto">
          <a:xfrm>
            <a:off x="2743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10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63" name="Rectangle 55"/>
          <p:cNvSpPr>
            <a:spLocks noChangeArrowheads="1"/>
          </p:cNvSpPr>
          <p:nvPr/>
        </p:nvSpPr>
        <p:spPr bwMode="auto">
          <a:xfrm>
            <a:off x="3124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64" name="Rectangle 56"/>
          <p:cNvSpPr>
            <a:spLocks noChangeArrowheads="1"/>
          </p:cNvSpPr>
          <p:nvPr/>
        </p:nvSpPr>
        <p:spPr bwMode="auto">
          <a:xfrm>
            <a:off x="3505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65" name="Rectangle 57"/>
          <p:cNvSpPr>
            <a:spLocks noChangeArrowheads="1"/>
          </p:cNvSpPr>
          <p:nvPr/>
        </p:nvSpPr>
        <p:spPr bwMode="auto">
          <a:xfrm>
            <a:off x="3886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66" name="Rectangle 58"/>
          <p:cNvSpPr>
            <a:spLocks noChangeArrowheads="1"/>
          </p:cNvSpPr>
          <p:nvPr/>
        </p:nvSpPr>
        <p:spPr bwMode="auto">
          <a:xfrm>
            <a:off x="1219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67" name="Rectangle 59"/>
          <p:cNvSpPr>
            <a:spLocks noChangeArrowheads="1"/>
          </p:cNvSpPr>
          <p:nvPr/>
        </p:nvSpPr>
        <p:spPr bwMode="auto">
          <a:xfrm>
            <a:off x="1600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68" name="Rectangle 60"/>
          <p:cNvSpPr>
            <a:spLocks noChangeArrowheads="1"/>
          </p:cNvSpPr>
          <p:nvPr/>
        </p:nvSpPr>
        <p:spPr bwMode="auto">
          <a:xfrm>
            <a:off x="1981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69" name="Rectangle 61"/>
          <p:cNvSpPr>
            <a:spLocks noChangeArrowheads="1"/>
          </p:cNvSpPr>
          <p:nvPr/>
        </p:nvSpPr>
        <p:spPr bwMode="auto">
          <a:xfrm>
            <a:off x="2362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70" name="Rectangle 62"/>
          <p:cNvSpPr>
            <a:spLocks noChangeArrowheads="1"/>
          </p:cNvSpPr>
          <p:nvPr/>
        </p:nvSpPr>
        <p:spPr bwMode="auto">
          <a:xfrm>
            <a:off x="2743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11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71" name="Rectangle 63"/>
          <p:cNvSpPr>
            <a:spLocks noChangeArrowheads="1"/>
          </p:cNvSpPr>
          <p:nvPr/>
        </p:nvSpPr>
        <p:spPr bwMode="auto">
          <a:xfrm>
            <a:off x="3124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72" name="Rectangle 64"/>
          <p:cNvSpPr>
            <a:spLocks noChangeArrowheads="1"/>
          </p:cNvSpPr>
          <p:nvPr/>
        </p:nvSpPr>
        <p:spPr bwMode="auto">
          <a:xfrm>
            <a:off x="3505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73" name="Rectangle 65"/>
          <p:cNvSpPr>
            <a:spLocks noChangeArrowheads="1"/>
          </p:cNvSpPr>
          <p:nvPr/>
        </p:nvSpPr>
        <p:spPr bwMode="auto">
          <a:xfrm>
            <a:off x="3890963" y="3630613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74" name="Rectangle 66"/>
          <p:cNvSpPr>
            <a:spLocks noChangeArrowheads="1"/>
          </p:cNvSpPr>
          <p:nvPr/>
        </p:nvSpPr>
        <p:spPr bwMode="auto">
          <a:xfrm>
            <a:off x="3886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75" name="Rectangle 67"/>
          <p:cNvSpPr>
            <a:spLocks noChangeArrowheads="1"/>
          </p:cNvSpPr>
          <p:nvPr/>
        </p:nvSpPr>
        <p:spPr bwMode="auto">
          <a:xfrm>
            <a:off x="1219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76" name="Rectangle 68"/>
          <p:cNvSpPr>
            <a:spLocks noChangeArrowheads="1"/>
          </p:cNvSpPr>
          <p:nvPr/>
        </p:nvSpPr>
        <p:spPr bwMode="auto">
          <a:xfrm>
            <a:off x="1600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77" name="Rectangle 69"/>
          <p:cNvSpPr>
            <a:spLocks noChangeArrowheads="1"/>
          </p:cNvSpPr>
          <p:nvPr/>
        </p:nvSpPr>
        <p:spPr bwMode="auto">
          <a:xfrm>
            <a:off x="1981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78" name="Rectangle 70"/>
          <p:cNvSpPr>
            <a:spLocks noChangeArrowheads="1"/>
          </p:cNvSpPr>
          <p:nvPr/>
        </p:nvSpPr>
        <p:spPr bwMode="auto">
          <a:xfrm>
            <a:off x="2362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79" name="Rectangle 71"/>
          <p:cNvSpPr>
            <a:spLocks noChangeArrowheads="1"/>
          </p:cNvSpPr>
          <p:nvPr/>
        </p:nvSpPr>
        <p:spPr bwMode="auto">
          <a:xfrm>
            <a:off x="2743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80" name="Rectangle 72"/>
          <p:cNvSpPr>
            <a:spLocks noChangeArrowheads="1"/>
          </p:cNvSpPr>
          <p:nvPr/>
        </p:nvSpPr>
        <p:spPr bwMode="auto">
          <a:xfrm>
            <a:off x="3124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81" name="Rectangle 73"/>
          <p:cNvSpPr>
            <a:spLocks noChangeArrowheads="1"/>
          </p:cNvSpPr>
          <p:nvPr/>
        </p:nvSpPr>
        <p:spPr bwMode="auto">
          <a:xfrm>
            <a:off x="3505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82" name="Rectangle 74"/>
          <p:cNvSpPr>
            <a:spLocks noChangeArrowheads="1"/>
          </p:cNvSpPr>
          <p:nvPr/>
        </p:nvSpPr>
        <p:spPr bwMode="auto">
          <a:xfrm>
            <a:off x="381000" y="4768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83" name="Rectangle 75"/>
          <p:cNvSpPr>
            <a:spLocks noChangeArrowheads="1"/>
          </p:cNvSpPr>
          <p:nvPr/>
        </p:nvSpPr>
        <p:spPr bwMode="auto">
          <a:xfrm>
            <a:off x="381000" y="2101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84" name="Rectangle 76"/>
          <p:cNvSpPr>
            <a:spLocks noChangeArrowheads="1"/>
          </p:cNvSpPr>
          <p:nvPr/>
        </p:nvSpPr>
        <p:spPr bwMode="auto">
          <a:xfrm>
            <a:off x="381000" y="2482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85" name="Rectangle 77"/>
          <p:cNvSpPr>
            <a:spLocks noChangeArrowheads="1"/>
          </p:cNvSpPr>
          <p:nvPr/>
        </p:nvSpPr>
        <p:spPr bwMode="auto">
          <a:xfrm>
            <a:off x="381000" y="2863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86" name="Rectangle 78"/>
          <p:cNvSpPr>
            <a:spLocks noChangeArrowheads="1"/>
          </p:cNvSpPr>
          <p:nvPr/>
        </p:nvSpPr>
        <p:spPr bwMode="auto">
          <a:xfrm>
            <a:off x="381000" y="3244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87" name="Rectangle 79"/>
          <p:cNvSpPr>
            <a:spLocks noChangeArrowheads="1"/>
          </p:cNvSpPr>
          <p:nvPr/>
        </p:nvSpPr>
        <p:spPr bwMode="auto">
          <a:xfrm>
            <a:off x="381000" y="3625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88" name="Rectangle 80"/>
          <p:cNvSpPr>
            <a:spLocks noChangeArrowheads="1"/>
          </p:cNvSpPr>
          <p:nvPr/>
        </p:nvSpPr>
        <p:spPr bwMode="auto">
          <a:xfrm>
            <a:off x="381000" y="4006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89" name="Rectangle 81"/>
          <p:cNvSpPr>
            <a:spLocks noChangeArrowheads="1"/>
          </p:cNvSpPr>
          <p:nvPr/>
        </p:nvSpPr>
        <p:spPr bwMode="auto">
          <a:xfrm>
            <a:off x="381000" y="4387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291" name="Rectangle 83"/>
          <p:cNvSpPr>
            <a:spLocks noChangeArrowheads="1"/>
          </p:cNvSpPr>
          <p:nvPr/>
        </p:nvSpPr>
        <p:spPr bwMode="auto">
          <a:xfrm>
            <a:off x="838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92" name="Rectangle 84"/>
          <p:cNvSpPr>
            <a:spLocks noChangeArrowheads="1"/>
          </p:cNvSpPr>
          <p:nvPr/>
        </p:nvSpPr>
        <p:spPr bwMode="auto">
          <a:xfrm>
            <a:off x="838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93" name="Rectangle 85"/>
          <p:cNvSpPr>
            <a:spLocks noChangeArrowheads="1"/>
          </p:cNvSpPr>
          <p:nvPr/>
        </p:nvSpPr>
        <p:spPr bwMode="auto">
          <a:xfrm>
            <a:off x="838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94" name="Rectangle 86"/>
          <p:cNvSpPr>
            <a:spLocks noChangeArrowheads="1"/>
          </p:cNvSpPr>
          <p:nvPr/>
        </p:nvSpPr>
        <p:spPr bwMode="auto">
          <a:xfrm>
            <a:off x="838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95" name="Rectangle 87"/>
          <p:cNvSpPr>
            <a:spLocks noChangeArrowheads="1"/>
          </p:cNvSpPr>
          <p:nvPr/>
        </p:nvSpPr>
        <p:spPr bwMode="auto">
          <a:xfrm>
            <a:off x="838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96" name="Rectangle 88"/>
          <p:cNvSpPr>
            <a:spLocks noChangeArrowheads="1"/>
          </p:cNvSpPr>
          <p:nvPr/>
        </p:nvSpPr>
        <p:spPr bwMode="auto">
          <a:xfrm>
            <a:off x="838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97" name="Rectangle 89"/>
          <p:cNvSpPr>
            <a:spLocks noChangeArrowheads="1"/>
          </p:cNvSpPr>
          <p:nvPr/>
        </p:nvSpPr>
        <p:spPr bwMode="auto">
          <a:xfrm>
            <a:off x="838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98" name="Rectangle 90"/>
          <p:cNvSpPr>
            <a:spLocks noChangeArrowheads="1"/>
          </p:cNvSpPr>
          <p:nvPr/>
        </p:nvSpPr>
        <p:spPr bwMode="auto">
          <a:xfrm>
            <a:off x="838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299" name="Rectangle 91"/>
          <p:cNvSpPr>
            <a:spLocks noChangeArrowheads="1"/>
          </p:cNvSpPr>
          <p:nvPr/>
        </p:nvSpPr>
        <p:spPr bwMode="auto">
          <a:xfrm>
            <a:off x="838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00" name="Rectangle 92"/>
          <p:cNvSpPr>
            <a:spLocks noChangeArrowheads="1"/>
          </p:cNvSpPr>
          <p:nvPr/>
        </p:nvSpPr>
        <p:spPr bwMode="auto">
          <a:xfrm>
            <a:off x="381000" y="5149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301" name="Rectangle 93"/>
          <p:cNvSpPr>
            <a:spLocks noChangeArrowheads="1"/>
          </p:cNvSpPr>
          <p:nvPr/>
        </p:nvSpPr>
        <p:spPr bwMode="auto">
          <a:xfrm>
            <a:off x="4267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02" name="Rectangle 94"/>
          <p:cNvSpPr>
            <a:spLocks noChangeArrowheads="1"/>
          </p:cNvSpPr>
          <p:nvPr/>
        </p:nvSpPr>
        <p:spPr bwMode="auto">
          <a:xfrm>
            <a:off x="4267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03" name="Rectangle 95"/>
          <p:cNvSpPr>
            <a:spLocks noChangeArrowheads="1"/>
          </p:cNvSpPr>
          <p:nvPr/>
        </p:nvSpPr>
        <p:spPr bwMode="auto">
          <a:xfrm>
            <a:off x="4267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04" name="Rectangle 96"/>
          <p:cNvSpPr>
            <a:spLocks noChangeArrowheads="1"/>
          </p:cNvSpPr>
          <p:nvPr/>
        </p:nvSpPr>
        <p:spPr bwMode="auto">
          <a:xfrm>
            <a:off x="4267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05" name="Rectangle 97"/>
          <p:cNvSpPr>
            <a:spLocks noChangeArrowheads="1"/>
          </p:cNvSpPr>
          <p:nvPr/>
        </p:nvSpPr>
        <p:spPr bwMode="auto">
          <a:xfrm>
            <a:off x="4267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06" name="Rectangle 98"/>
          <p:cNvSpPr>
            <a:spLocks noChangeArrowheads="1"/>
          </p:cNvSpPr>
          <p:nvPr/>
        </p:nvSpPr>
        <p:spPr bwMode="auto">
          <a:xfrm>
            <a:off x="4267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07" name="Rectangle 99"/>
          <p:cNvSpPr>
            <a:spLocks noChangeArrowheads="1"/>
          </p:cNvSpPr>
          <p:nvPr/>
        </p:nvSpPr>
        <p:spPr bwMode="auto">
          <a:xfrm>
            <a:off x="4267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08" name="Rectangle 100"/>
          <p:cNvSpPr>
            <a:spLocks noChangeArrowheads="1"/>
          </p:cNvSpPr>
          <p:nvPr/>
        </p:nvSpPr>
        <p:spPr bwMode="auto">
          <a:xfrm>
            <a:off x="4267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09" name="Rectangle 101"/>
          <p:cNvSpPr>
            <a:spLocks noChangeArrowheads="1"/>
          </p:cNvSpPr>
          <p:nvPr/>
        </p:nvSpPr>
        <p:spPr bwMode="auto">
          <a:xfrm>
            <a:off x="4267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10" name="Rectangle 102"/>
          <p:cNvSpPr>
            <a:spLocks noChangeArrowheads="1"/>
          </p:cNvSpPr>
          <p:nvPr/>
        </p:nvSpPr>
        <p:spPr bwMode="auto">
          <a:xfrm>
            <a:off x="1600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11" name="Rectangle 103"/>
          <p:cNvSpPr>
            <a:spLocks noChangeArrowheads="1"/>
          </p:cNvSpPr>
          <p:nvPr/>
        </p:nvSpPr>
        <p:spPr bwMode="auto">
          <a:xfrm>
            <a:off x="1981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12" name="Rectangle 104"/>
          <p:cNvSpPr>
            <a:spLocks noChangeArrowheads="1"/>
          </p:cNvSpPr>
          <p:nvPr/>
        </p:nvSpPr>
        <p:spPr bwMode="auto">
          <a:xfrm>
            <a:off x="2362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13" name="Rectangle 105"/>
          <p:cNvSpPr>
            <a:spLocks noChangeArrowheads="1"/>
          </p:cNvSpPr>
          <p:nvPr/>
        </p:nvSpPr>
        <p:spPr bwMode="auto">
          <a:xfrm>
            <a:off x="2743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14" name="Rectangle 106"/>
          <p:cNvSpPr>
            <a:spLocks noChangeArrowheads="1"/>
          </p:cNvSpPr>
          <p:nvPr/>
        </p:nvSpPr>
        <p:spPr bwMode="auto">
          <a:xfrm>
            <a:off x="3124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15" name="Rectangle 107"/>
          <p:cNvSpPr>
            <a:spLocks noChangeArrowheads="1"/>
          </p:cNvSpPr>
          <p:nvPr/>
        </p:nvSpPr>
        <p:spPr bwMode="auto">
          <a:xfrm>
            <a:off x="3505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16" name="Rectangle 108"/>
          <p:cNvSpPr>
            <a:spLocks noChangeArrowheads="1"/>
          </p:cNvSpPr>
          <p:nvPr/>
        </p:nvSpPr>
        <p:spPr bwMode="auto">
          <a:xfrm>
            <a:off x="3886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17" name="Rectangle 109"/>
          <p:cNvSpPr>
            <a:spLocks noChangeArrowheads="1"/>
          </p:cNvSpPr>
          <p:nvPr/>
        </p:nvSpPr>
        <p:spPr bwMode="auto">
          <a:xfrm>
            <a:off x="1219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18" name="Rectangle 110"/>
          <p:cNvSpPr>
            <a:spLocks noChangeArrowheads="1"/>
          </p:cNvSpPr>
          <p:nvPr/>
        </p:nvSpPr>
        <p:spPr bwMode="auto">
          <a:xfrm>
            <a:off x="838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19" name="Rectangle 111"/>
          <p:cNvSpPr>
            <a:spLocks noChangeArrowheads="1"/>
          </p:cNvSpPr>
          <p:nvPr/>
        </p:nvSpPr>
        <p:spPr bwMode="auto">
          <a:xfrm>
            <a:off x="4267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20" name="Rectangle 112"/>
          <p:cNvSpPr>
            <a:spLocks noChangeArrowheads="1"/>
          </p:cNvSpPr>
          <p:nvPr/>
        </p:nvSpPr>
        <p:spPr bwMode="auto">
          <a:xfrm>
            <a:off x="1600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21" name="Rectangle 113"/>
          <p:cNvSpPr>
            <a:spLocks noChangeArrowheads="1"/>
          </p:cNvSpPr>
          <p:nvPr/>
        </p:nvSpPr>
        <p:spPr bwMode="auto">
          <a:xfrm>
            <a:off x="1981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22" name="Rectangle 114"/>
          <p:cNvSpPr>
            <a:spLocks noChangeArrowheads="1"/>
          </p:cNvSpPr>
          <p:nvPr/>
        </p:nvSpPr>
        <p:spPr bwMode="auto">
          <a:xfrm>
            <a:off x="2362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23" name="Rectangle 115"/>
          <p:cNvSpPr>
            <a:spLocks noChangeArrowheads="1"/>
          </p:cNvSpPr>
          <p:nvPr/>
        </p:nvSpPr>
        <p:spPr bwMode="auto">
          <a:xfrm>
            <a:off x="2743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24" name="Rectangle 116"/>
          <p:cNvSpPr>
            <a:spLocks noChangeArrowheads="1"/>
          </p:cNvSpPr>
          <p:nvPr/>
        </p:nvSpPr>
        <p:spPr bwMode="auto">
          <a:xfrm>
            <a:off x="3124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25" name="Rectangle 117"/>
          <p:cNvSpPr>
            <a:spLocks noChangeArrowheads="1"/>
          </p:cNvSpPr>
          <p:nvPr/>
        </p:nvSpPr>
        <p:spPr bwMode="auto">
          <a:xfrm>
            <a:off x="3505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26" name="Rectangle 118"/>
          <p:cNvSpPr>
            <a:spLocks noChangeArrowheads="1"/>
          </p:cNvSpPr>
          <p:nvPr/>
        </p:nvSpPr>
        <p:spPr bwMode="auto">
          <a:xfrm>
            <a:off x="3886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27" name="Rectangle 119"/>
          <p:cNvSpPr>
            <a:spLocks noChangeArrowheads="1"/>
          </p:cNvSpPr>
          <p:nvPr/>
        </p:nvSpPr>
        <p:spPr bwMode="auto">
          <a:xfrm>
            <a:off x="1219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28" name="Rectangle 120"/>
          <p:cNvSpPr>
            <a:spLocks noChangeArrowheads="1"/>
          </p:cNvSpPr>
          <p:nvPr/>
        </p:nvSpPr>
        <p:spPr bwMode="auto">
          <a:xfrm>
            <a:off x="838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329" name="Rectangle 121"/>
          <p:cNvSpPr>
            <a:spLocks noChangeArrowheads="1"/>
          </p:cNvSpPr>
          <p:nvPr/>
        </p:nvSpPr>
        <p:spPr bwMode="auto">
          <a:xfrm>
            <a:off x="4267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330" name="Rectangle 122"/>
          <p:cNvSpPr>
            <a:spLocks noChangeArrowheads="1"/>
          </p:cNvSpPr>
          <p:nvPr/>
        </p:nvSpPr>
        <p:spPr bwMode="auto">
          <a:xfrm>
            <a:off x="381000" y="1720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94331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1850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332" name="Text Box 124"/>
          <p:cNvSpPr txBox="1">
            <a:spLocks noChangeArrowheads="1"/>
          </p:cNvSpPr>
          <p:nvPr/>
        </p:nvSpPr>
        <p:spPr bwMode="auto">
          <a:xfrm>
            <a:off x="53340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(4,5)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333" name="Line 125"/>
          <p:cNvSpPr>
            <a:spLocks noChangeShapeType="1"/>
          </p:cNvSpPr>
          <p:nvPr/>
        </p:nvSpPr>
        <p:spPr bwMode="auto">
          <a:xfrm>
            <a:off x="5334000" y="1946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4334" name="Line 126"/>
          <p:cNvSpPr>
            <a:spLocks noChangeShapeType="1"/>
          </p:cNvSpPr>
          <p:nvPr/>
        </p:nvSpPr>
        <p:spPr bwMode="auto">
          <a:xfrm>
            <a:off x="5334000" y="2708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4335" name="AutoShape 127"/>
          <p:cNvSpPr>
            <a:spLocks noChangeArrowheads="1"/>
          </p:cNvSpPr>
          <p:nvPr/>
        </p:nvSpPr>
        <p:spPr bwMode="auto">
          <a:xfrm>
            <a:off x="4800600" y="727075"/>
            <a:ext cx="1143000" cy="1600200"/>
          </a:xfrm>
          <a:custGeom>
            <a:avLst/>
            <a:gdLst>
              <a:gd name="T0" fmla="*/ 310885 w 21600"/>
              <a:gd name="T1" fmla="*/ 1512189 h 21600"/>
              <a:gd name="T2" fmla="*/ 539380 w 21600"/>
              <a:gd name="T3" fmla="*/ 1511819 h 21600"/>
              <a:gd name="T4" fmla="*/ 367506 w 21600"/>
              <a:gd name="T5" fmla="*/ 1357429 h 21600"/>
              <a:gd name="T6" fmla="*/ 19156 w 21600"/>
              <a:gd name="T7" fmla="*/ 1434327 h 21600"/>
              <a:gd name="T8" fmla="*/ 47572 w 21600"/>
              <a:gd name="T9" fmla="*/ 1030499 h 21600"/>
              <a:gd name="T10" fmla="*/ 336074 w 21600"/>
              <a:gd name="T11" fmla="*/ 107035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4264" y="16160"/>
                </a:moveTo>
                <a:cubicBezTo>
                  <a:pt x="5751" y="17974"/>
                  <a:pt x="7926" y="19088"/>
                  <a:pt x="10267" y="19236"/>
                </a:cubicBezTo>
                <a:lnTo>
                  <a:pt x="10119" y="21578"/>
                </a:lnTo>
                <a:cubicBezTo>
                  <a:pt x="7128" y="21389"/>
                  <a:pt x="4350" y="19966"/>
                  <a:pt x="2449" y="17649"/>
                </a:cubicBezTo>
                <a:lnTo>
                  <a:pt x="362" y="19361"/>
                </a:lnTo>
                <a:lnTo>
                  <a:pt x="899" y="13910"/>
                </a:lnTo>
                <a:lnTo>
                  <a:pt x="6351" y="14448"/>
                </a:lnTo>
                <a:lnTo>
                  <a:pt x="4264" y="16160"/>
                </a:lnTo>
                <a:close/>
              </a:path>
            </a:pathLst>
          </a:custGeom>
          <a:solidFill>
            <a:schemeClr val="folHlink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36" name="AutoShape 128"/>
          <p:cNvSpPr>
            <a:spLocks noChangeArrowheads="1"/>
          </p:cNvSpPr>
          <p:nvPr/>
        </p:nvSpPr>
        <p:spPr bwMode="auto">
          <a:xfrm>
            <a:off x="8305800" y="1489075"/>
            <a:ext cx="762000" cy="838200"/>
          </a:xfrm>
          <a:custGeom>
            <a:avLst/>
            <a:gdLst>
              <a:gd name="T0" fmla="*/ 732331 w 21600"/>
              <a:gd name="T1" fmla="*/ 581230 h 21600"/>
              <a:gd name="T2" fmla="*/ 578485 w 21600"/>
              <a:gd name="T3" fmla="*/ 192708 h 21600"/>
              <a:gd name="T4" fmla="*/ 555660 w 21600"/>
              <a:gd name="T5" fmla="*/ 499699 h 21600"/>
              <a:gd name="T6" fmla="*/ 366889 w 21600"/>
              <a:gd name="T7" fmla="*/ 942742 h 21600"/>
              <a:gd name="T8" fmla="*/ 181575 w 21600"/>
              <a:gd name="T9" fmla="*/ 726479 h 21600"/>
              <a:gd name="T10" fmla="*/ 378178 w 21600"/>
              <a:gd name="T11" fmla="*/ 52263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641" y="16167"/>
                </a:moveTo>
                <a:cubicBezTo>
                  <a:pt x="10693" y="16169"/>
                  <a:pt x="10746" y="16170"/>
                  <a:pt x="10800" y="16170"/>
                </a:cubicBezTo>
                <a:cubicBezTo>
                  <a:pt x="13765" y="16170"/>
                  <a:pt x="16170" y="13765"/>
                  <a:pt x="16170" y="10800"/>
                </a:cubicBezTo>
                <a:cubicBezTo>
                  <a:pt x="16170" y="9337"/>
                  <a:pt x="15573" y="7938"/>
                  <a:pt x="14518" y="6925"/>
                </a:cubicBezTo>
                <a:lnTo>
                  <a:pt x="18278" y="3008"/>
                </a:lnTo>
                <a:cubicBezTo>
                  <a:pt x="20400" y="5044"/>
                  <a:pt x="21600" y="7858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693" y="21600"/>
                  <a:pt x="10586" y="21598"/>
                  <a:pt x="10480" y="21595"/>
                </a:cubicBezTo>
                <a:lnTo>
                  <a:pt x="10400" y="24294"/>
                </a:lnTo>
                <a:lnTo>
                  <a:pt x="5147" y="18721"/>
                </a:lnTo>
                <a:lnTo>
                  <a:pt x="10720" y="13468"/>
                </a:lnTo>
                <a:lnTo>
                  <a:pt x="10641" y="16167"/>
                </a:lnTo>
                <a:close/>
              </a:path>
            </a:pathLst>
          </a:cu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337" name="Text Box 129"/>
          <p:cNvSpPr txBox="1">
            <a:spLocks noChangeArrowheads="1"/>
          </p:cNvSpPr>
          <p:nvPr/>
        </p:nvSpPr>
        <p:spPr bwMode="auto">
          <a:xfrm>
            <a:off x="61722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(5,6)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4338" name="Text Box 130"/>
          <p:cNvSpPr txBox="1">
            <a:spLocks noChangeArrowheads="1"/>
          </p:cNvSpPr>
          <p:nvPr/>
        </p:nvSpPr>
        <p:spPr bwMode="auto">
          <a:xfrm>
            <a:off x="70104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(8,5)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2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1219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35" name="Rectangle 3"/>
          <p:cNvSpPr>
            <a:spLocks noChangeArrowheads="1"/>
          </p:cNvSpPr>
          <p:nvPr/>
        </p:nvSpPr>
        <p:spPr bwMode="auto">
          <a:xfrm>
            <a:off x="1600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1981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37" name="Rectangle 5"/>
          <p:cNvSpPr>
            <a:spLocks noChangeArrowheads="1"/>
          </p:cNvSpPr>
          <p:nvPr/>
        </p:nvSpPr>
        <p:spPr bwMode="auto">
          <a:xfrm>
            <a:off x="2362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38" name="Rectangle 6"/>
          <p:cNvSpPr>
            <a:spLocks noChangeArrowheads="1"/>
          </p:cNvSpPr>
          <p:nvPr/>
        </p:nvSpPr>
        <p:spPr bwMode="auto">
          <a:xfrm>
            <a:off x="2743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39" name="Rectangle 7"/>
          <p:cNvSpPr>
            <a:spLocks noChangeArrowheads="1"/>
          </p:cNvSpPr>
          <p:nvPr/>
        </p:nvSpPr>
        <p:spPr bwMode="auto">
          <a:xfrm>
            <a:off x="3124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9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40" name="Rectangle 8"/>
          <p:cNvSpPr>
            <a:spLocks noChangeArrowheads="1"/>
          </p:cNvSpPr>
          <p:nvPr/>
        </p:nvSpPr>
        <p:spPr bwMode="auto">
          <a:xfrm>
            <a:off x="3505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41" name="Rectangle 9"/>
          <p:cNvSpPr>
            <a:spLocks noChangeArrowheads="1"/>
          </p:cNvSpPr>
          <p:nvPr/>
        </p:nvSpPr>
        <p:spPr bwMode="auto">
          <a:xfrm>
            <a:off x="3886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42" name="Rectangle 10"/>
          <p:cNvSpPr>
            <a:spLocks noChangeArrowheads="1"/>
          </p:cNvSpPr>
          <p:nvPr/>
        </p:nvSpPr>
        <p:spPr bwMode="auto">
          <a:xfrm>
            <a:off x="1219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43" name="Rectangle 11"/>
          <p:cNvSpPr>
            <a:spLocks noChangeArrowheads="1"/>
          </p:cNvSpPr>
          <p:nvPr/>
        </p:nvSpPr>
        <p:spPr bwMode="auto">
          <a:xfrm>
            <a:off x="1600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44" name="Rectangle 12"/>
          <p:cNvSpPr>
            <a:spLocks noChangeArrowheads="1"/>
          </p:cNvSpPr>
          <p:nvPr/>
        </p:nvSpPr>
        <p:spPr bwMode="auto">
          <a:xfrm>
            <a:off x="1981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45" name="Rectangle 13"/>
          <p:cNvSpPr>
            <a:spLocks noChangeArrowheads="1"/>
          </p:cNvSpPr>
          <p:nvPr/>
        </p:nvSpPr>
        <p:spPr bwMode="auto">
          <a:xfrm>
            <a:off x="2362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46" name="Rectangle 14"/>
          <p:cNvSpPr>
            <a:spLocks noChangeArrowheads="1"/>
          </p:cNvSpPr>
          <p:nvPr/>
        </p:nvSpPr>
        <p:spPr bwMode="auto">
          <a:xfrm>
            <a:off x="2743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47" name="Rectangle 15"/>
          <p:cNvSpPr>
            <a:spLocks noChangeArrowheads="1"/>
          </p:cNvSpPr>
          <p:nvPr/>
        </p:nvSpPr>
        <p:spPr bwMode="auto">
          <a:xfrm>
            <a:off x="3124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48" name="Rectangle 16"/>
          <p:cNvSpPr>
            <a:spLocks noChangeArrowheads="1"/>
          </p:cNvSpPr>
          <p:nvPr/>
        </p:nvSpPr>
        <p:spPr bwMode="auto">
          <a:xfrm>
            <a:off x="3505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49" name="Rectangle 17"/>
          <p:cNvSpPr>
            <a:spLocks noChangeArrowheads="1"/>
          </p:cNvSpPr>
          <p:nvPr/>
        </p:nvSpPr>
        <p:spPr bwMode="auto">
          <a:xfrm>
            <a:off x="3886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50" name="Rectangle 18"/>
          <p:cNvSpPr>
            <a:spLocks noChangeArrowheads="1"/>
          </p:cNvSpPr>
          <p:nvPr/>
        </p:nvSpPr>
        <p:spPr bwMode="auto">
          <a:xfrm>
            <a:off x="1219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51" name="Rectangle 19"/>
          <p:cNvSpPr>
            <a:spLocks noChangeArrowheads="1"/>
          </p:cNvSpPr>
          <p:nvPr/>
        </p:nvSpPr>
        <p:spPr bwMode="auto">
          <a:xfrm>
            <a:off x="1600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52" name="Rectangle 20"/>
          <p:cNvSpPr>
            <a:spLocks noChangeArrowheads="1"/>
          </p:cNvSpPr>
          <p:nvPr/>
        </p:nvSpPr>
        <p:spPr bwMode="auto">
          <a:xfrm>
            <a:off x="1981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53" name="Rectangle 21"/>
          <p:cNvSpPr>
            <a:spLocks noChangeArrowheads="1"/>
          </p:cNvSpPr>
          <p:nvPr/>
        </p:nvSpPr>
        <p:spPr bwMode="auto">
          <a:xfrm>
            <a:off x="2362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54" name="Rectangle 22"/>
          <p:cNvSpPr>
            <a:spLocks noChangeArrowheads="1"/>
          </p:cNvSpPr>
          <p:nvPr/>
        </p:nvSpPr>
        <p:spPr bwMode="auto">
          <a:xfrm>
            <a:off x="2743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55" name="Rectangle 23"/>
          <p:cNvSpPr>
            <a:spLocks noChangeArrowheads="1"/>
          </p:cNvSpPr>
          <p:nvPr/>
        </p:nvSpPr>
        <p:spPr bwMode="auto">
          <a:xfrm>
            <a:off x="3124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56" name="Rectangle 24"/>
          <p:cNvSpPr>
            <a:spLocks noChangeArrowheads="1"/>
          </p:cNvSpPr>
          <p:nvPr/>
        </p:nvSpPr>
        <p:spPr bwMode="auto">
          <a:xfrm>
            <a:off x="3505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57" name="Rectangle 25"/>
          <p:cNvSpPr>
            <a:spLocks noChangeArrowheads="1"/>
          </p:cNvSpPr>
          <p:nvPr/>
        </p:nvSpPr>
        <p:spPr bwMode="auto">
          <a:xfrm>
            <a:off x="3886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58" name="Rectangle 26"/>
          <p:cNvSpPr>
            <a:spLocks noChangeArrowheads="1"/>
          </p:cNvSpPr>
          <p:nvPr/>
        </p:nvSpPr>
        <p:spPr bwMode="auto">
          <a:xfrm>
            <a:off x="1219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59" name="Rectangle 27"/>
          <p:cNvSpPr>
            <a:spLocks noChangeArrowheads="1"/>
          </p:cNvSpPr>
          <p:nvPr/>
        </p:nvSpPr>
        <p:spPr bwMode="auto">
          <a:xfrm>
            <a:off x="1600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60" name="Rectangle 28"/>
          <p:cNvSpPr>
            <a:spLocks noChangeArrowheads="1"/>
          </p:cNvSpPr>
          <p:nvPr/>
        </p:nvSpPr>
        <p:spPr bwMode="auto">
          <a:xfrm>
            <a:off x="1981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61" name="Rectangle 29"/>
          <p:cNvSpPr>
            <a:spLocks noChangeArrowheads="1"/>
          </p:cNvSpPr>
          <p:nvPr/>
        </p:nvSpPr>
        <p:spPr bwMode="auto">
          <a:xfrm>
            <a:off x="2362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62" name="Rectangle 30"/>
          <p:cNvSpPr>
            <a:spLocks noChangeArrowheads="1"/>
          </p:cNvSpPr>
          <p:nvPr/>
        </p:nvSpPr>
        <p:spPr bwMode="auto">
          <a:xfrm>
            <a:off x="2743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11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63" name="Rectangle 31"/>
          <p:cNvSpPr>
            <a:spLocks noChangeArrowheads="1"/>
          </p:cNvSpPr>
          <p:nvPr/>
        </p:nvSpPr>
        <p:spPr bwMode="auto">
          <a:xfrm>
            <a:off x="3124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12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64" name="Rectangle 32"/>
          <p:cNvSpPr>
            <a:spLocks noChangeArrowheads="1"/>
          </p:cNvSpPr>
          <p:nvPr/>
        </p:nvSpPr>
        <p:spPr bwMode="auto">
          <a:xfrm>
            <a:off x="3505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65" name="Rectangle 33"/>
          <p:cNvSpPr>
            <a:spLocks noChangeArrowheads="1"/>
          </p:cNvSpPr>
          <p:nvPr/>
        </p:nvSpPr>
        <p:spPr bwMode="auto">
          <a:xfrm>
            <a:off x="3886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66" name="Rectangle 34"/>
          <p:cNvSpPr>
            <a:spLocks noChangeArrowheads="1"/>
          </p:cNvSpPr>
          <p:nvPr/>
        </p:nvSpPr>
        <p:spPr bwMode="auto">
          <a:xfrm>
            <a:off x="1219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67" name="Rectangle 35"/>
          <p:cNvSpPr>
            <a:spLocks noChangeArrowheads="1"/>
          </p:cNvSpPr>
          <p:nvPr/>
        </p:nvSpPr>
        <p:spPr bwMode="auto">
          <a:xfrm>
            <a:off x="1600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68" name="Rectangle 36"/>
          <p:cNvSpPr>
            <a:spLocks noChangeArrowheads="1"/>
          </p:cNvSpPr>
          <p:nvPr/>
        </p:nvSpPr>
        <p:spPr bwMode="auto">
          <a:xfrm>
            <a:off x="1981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69" name="Rectangle 37"/>
          <p:cNvSpPr>
            <a:spLocks noChangeArrowheads="1"/>
          </p:cNvSpPr>
          <p:nvPr/>
        </p:nvSpPr>
        <p:spPr bwMode="auto">
          <a:xfrm>
            <a:off x="2362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70" name="Rectangle 38"/>
          <p:cNvSpPr>
            <a:spLocks noChangeArrowheads="1"/>
          </p:cNvSpPr>
          <p:nvPr/>
        </p:nvSpPr>
        <p:spPr bwMode="auto">
          <a:xfrm>
            <a:off x="2743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10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71" name="Rectangle 39"/>
          <p:cNvSpPr>
            <a:spLocks noChangeArrowheads="1"/>
          </p:cNvSpPr>
          <p:nvPr/>
        </p:nvSpPr>
        <p:spPr bwMode="auto">
          <a:xfrm>
            <a:off x="3124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11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72" name="Rectangle 40"/>
          <p:cNvSpPr>
            <a:spLocks noChangeArrowheads="1"/>
          </p:cNvSpPr>
          <p:nvPr/>
        </p:nvSpPr>
        <p:spPr bwMode="auto">
          <a:xfrm>
            <a:off x="3505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12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73" name="Rectangle 41"/>
          <p:cNvSpPr>
            <a:spLocks noChangeArrowheads="1"/>
          </p:cNvSpPr>
          <p:nvPr/>
        </p:nvSpPr>
        <p:spPr bwMode="auto">
          <a:xfrm>
            <a:off x="3886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74" name="Rectangle 42"/>
          <p:cNvSpPr>
            <a:spLocks noChangeArrowheads="1"/>
          </p:cNvSpPr>
          <p:nvPr/>
        </p:nvSpPr>
        <p:spPr bwMode="auto">
          <a:xfrm>
            <a:off x="1219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75" name="Rectangle 43"/>
          <p:cNvSpPr>
            <a:spLocks noChangeArrowheads="1"/>
          </p:cNvSpPr>
          <p:nvPr/>
        </p:nvSpPr>
        <p:spPr bwMode="auto">
          <a:xfrm>
            <a:off x="1600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76" name="Rectangle 44"/>
          <p:cNvSpPr>
            <a:spLocks noChangeArrowheads="1"/>
          </p:cNvSpPr>
          <p:nvPr/>
        </p:nvSpPr>
        <p:spPr bwMode="auto">
          <a:xfrm>
            <a:off x="1981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77" name="Rectangle 45"/>
          <p:cNvSpPr>
            <a:spLocks noChangeArrowheads="1"/>
          </p:cNvSpPr>
          <p:nvPr/>
        </p:nvSpPr>
        <p:spPr bwMode="auto">
          <a:xfrm>
            <a:off x="2362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78" name="Rectangle 46"/>
          <p:cNvSpPr>
            <a:spLocks noChangeArrowheads="1"/>
          </p:cNvSpPr>
          <p:nvPr/>
        </p:nvSpPr>
        <p:spPr bwMode="auto">
          <a:xfrm>
            <a:off x="2743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9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79" name="Rectangle 47"/>
          <p:cNvSpPr>
            <a:spLocks noChangeArrowheads="1"/>
          </p:cNvSpPr>
          <p:nvPr/>
        </p:nvSpPr>
        <p:spPr bwMode="auto">
          <a:xfrm>
            <a:off x="3124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80" name="Rectangle 48"/>
          <p:cNvSpPr>
            <a:spLocks noChangeArrowheads="1"/>
          </p:cNvSpPr>
          <p:nvPr/>
        </p:nvSpPr>
        <p:spPr bwMode="auto">
          <a:xfrm>
            <a:off x="3505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81" name="Rectangle 49"/>
          <p:cNvSpPr>
            <a:spLocks noChangeArrowheads="1"/>
          </p:cNvSpPr>
          <p:nvPr/>
        </p:nvSpPr>
        <p:spPr bwMode="auto">
          <a:xfrm>
            <a:off x="3886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82" name="Rectangle 50"/>
          <p:cNvSpPr>
            <a:spLocks noChangeArrowheads="1"/>
          </p:cNvSpPr>
          <p:nvPr/>
        </p:nvSpPr>
        <p:spPr bwMode="auto">
          <a:xfrm>
            <a:off x="1219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83" name="Rectangle 51"/>
          <p:cNvSpPr>
            <a:spLocks noChangeArrowheads="1"/>
          </p:cNvSpPr>
          <p:nvPr/>
        </p:nvSpPr>
        <p:spPr bwMode="auto">
          <a:xfrm>
            <a:off x="1600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84" name="Rectangle 52"/>
          <p:cNvSpPr>
            <a:spLocks noChangeArrowheads="1"/>
          </p:cNvSpPr>
          <p:nvPr/>
        </p:nvSpPr>
        <p:spPr bwMode="auto">
          <a:xfrm>
            <a:off x="1981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85" name="Rectangle 53"/>
          <p:cNvSpPr>
            <a:spLocks noChangeArrowheads="1"/>
          </p:cNvSpPr>
          <p:nvPr/>
        </p:nvSpPr>
        <p:spPr bwMode="auto">
          <a:xfrm>
            <a:off x="2362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86" name="Rectangle 54"/>
          <p:cNvSpPr>
            <a:spLocks noChangeArrowheads="1"/>
          </p:cNvSpPr>
          <p:nvPr/>
        </p:nvSpPr>
        <p:spPr bwMode="auto">
          <a:xfrm>
            <a:off x="2743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10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5287" name="Rectangle 55"/>
          <p:cNvSpPr>
            <a:spLocks noChangeArrowheads="1"/>
          </p:cNvSpPr>
          <p:nvPr/>
        </p:nvSpPr>
        <p:spPr bwMode="auto">
          <a:xfrm>
            <a:off x="3124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88" name="Rectangle 56"/>
          <p:cNvSpPr>
            <a:spLocks noChangeArrowheads="1"/>
          </p:cNvSpPr>
          <p:nvPr/>
        </p:nvSpPr>
        <p:spPr bwMode="auto">
          <a:xfrm>
            <a:off x="3505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89" name="Rectangle 57"/>
          <p:cNvSpPr>
            <a:spLocks noChangeArrowheads="1"/>
          </p:cNvSpPr>
          <p:nvPr/>
        </p:nvSpPr>
        <p:spPr bwMode="auto">
          <a:xfrm>
            <a:off x="3886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90" name="Rectangle 58"/>
          <p:cNvSpPr>
            <a:spLocks noChangeArrowheads="1"/>
          </p:cNvSpPr>
          <p:nvPr/>
        </p:nvSpPr>
        <p:spPr bwMode="auto">
          <a:xfrm>
            <a:off x="1219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91" name="Rectangle 59"/>
          <p:cNvSpPr>
            <a:spLocks noChangeArrowheads="1"/>
          </p:cNvSpPr>
          <p:nvPr/>
        </p:nvSpPr>
        <p:spPr bwMode="auto">
          <a:xfrm>
            <a:off x="1600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92" name="Rectangle 60"/>
          <p:cNvSpPr>
            <a:spLocks noChangeArrowheads="1"/>
          </p:cNvSpPr>
          <p:nvPr/>
        </p:nvSpPr>
        <p:spPr bwMode="auto">
          <a:xfrm>
            <a:off x="1981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93" name="Rectangle 61"/>
          <p:cNvSpPr>
            <a:spLocks noChangeArrowheads="1"/>
          </p:cNvSpPr>
          <p:nvPr/>
        </p:nvSpPr>
        <p:spPr bwMode="auto">
          <a:xfrm>
            <a:off x="2362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12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94" name="Rectangle 62"/>
          <p:cNvSpPr>
            <a:spLocks noChangeArrowheads="1"/>
          </p:cNvSpPr>
          <p:nvPr/>
        </p:nvSpPr>
        <p:spPr bwMode="auto">
          <a:xfrm>
            <a:off x="2743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11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95" name="Rectangle 63"/>
          <p:cNvSpPr>
            <a:spLocks noChangeArrowheads="1"/>
          </p:cNvSpPr>
          <p:nvPr/>
        </p:nvSpPr>
        <p:spPr bwMode="auto">
          <a:xfrm>
            <a:off x="3124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12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96" name="Rectangle 64"/>
          <p:cNvSpPr>
            <a:spLocks noChangeArrowheads="1"/>
          </p:cNvSpPr>
          <p:nvPr/>
        </p:nvSpPr>
        <p:spPr bwMode="auto">
          <a:xfrm>
            <a:off x="3505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297" name="Rectangle 65"/>
          <p:cNvSpPr>
            <a:spLocks noChangeArrowheads="1"/>
          </p:cNvSpPr>
          <p:nvPr/>
        </p:nvSpPr>
        <p:spPr bwMode="auto">
          <a:xfrm>
            <a:off x="3889375" y="3630613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298" name="Rectangle 66"/>
          <p:cNvSpPr>
            <a:spLocks noChangeArrowheads="1"/>
          </p:cNvSpPr>
          <p:nvPr/>
        </p:nvSpPr>
        <p:spPr bwMode="auto">
          <a:xfrm>
            <a:off x="3886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299" name="Rectangle 67"/>
          <p:cNvSpPr>
            <a:spLocks noChangeArrowheads="1"/>
          </p:cNvSpPr>
          <p:nvPr/>
        </p:nvSpPr>
        <p:spPr bwMode="auto">
          <a:xfrm>
            <a:off x="1219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00" name="Rectangle 68"/>
          <p:cNvSpPr>
            <a:spLocks noChangeArrowheads="1"/>
          </p:cNvSpPr>
          <p:nvPr/>
        </p:nvSpPr>
        <p:spPr bwMode="auto">
          <a:xfrm>
            <a:off x="1600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01" name="Rectangle 69"/>
          <p:cNvSpPr>
            <a:spLocks noChangeArrowheads="1"/>
          </p:cNvSpPr>
          <p:nvPr/>
        </p:nvSpPr>
        <p:spPr bwMode="auto">
          <a:xfrm>
            <a:off x="1981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02" name="Rectangle 70"/>
          <p:cNvSpPr>
            <a:spLocks noChangeArrowheads="1"/>
          </p:cNvSpPr>
          <p:nvPr/>
        </p:nvSpPr>
        <p:spPr bwMode="auto">
          <a:xfrm>
            <a:off x="2362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03" name="Rectangle 71"/>
          <p:cNvSpPr>
            <a:spLocks noChangeArrowheads="1"/>
          </p:cNvSpPr>
          <p:nvPr/>
        </p:nvSpPr>
        <p:spPr bwMode="auto">
          <a:xfrm>
            <a:off x="2743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04" name="Rectangle 72"/>
          <p:cNvSpPr>
            <a:spLocks noChangeArrowheads="1"/>
          </p:cNvSpPr>
          <p:nvPr/>
        </p:nvSpPr>
        <p:spPr bwMode="auto">
          <a:xfrm>
            <a:off x="3124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05" name="Rectangle 73"/>
          <p:cNvSpPr>
            <a:spLocks noChangeArrowheads="1"/>
          </p:cNvSpPr>
          <p:nvPr/>
        </p:nvSpPr>
        <p:spPr bwMode="auto">
          <a:xfrm>
            <a:off x="3505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06" name="Rectangle 74"/>
          <p:cNvSpPr>
            <a:spLocks noChangeArrowheads="1"/>
          </p:cNvSpPr>
          <p:nvPr/>
        </p:nvSpPr>
        <p:spPr bwMode="auto">
          <a:xfrm>
            <a:off x="381000" y="4768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07" name="Rectangle 75"/>
          <p:cNvSpPr>
            <a:spLocks noChangeArrowheads="1"/>
          </p:cNvSpPr>
          <p:nvPr/>
        </p:nvSpPr>
        <p:spPr bwMode="auto">
          <a:xfrm>
            <a:off x="381000" y="2101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08" name="Rectangle 76"/>
          <p:cNvSpPr>
            <a:spLocks noChangeArrowheads="1"/>
          </p:cNvSpPr>
          <p:nvPr/>
        </p:nvSpPr>
        <p:spPr bwMode="auto">
          <a:xfrm>
            <a:off x="381000" y="2482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09" name="Rectangle 77"/>
          <p:cNvSpPr>
            <a:spLocks noChangeArrowheads="1"/>
          </p:cNvSpPr>
          <p:nvPr/>
        </p:nvSpPr>
        <p:spPr bwMode="auto">
          <a:xfrm>
            <a:off x="381000" y="2863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10" name="Rectangle 78"/>
          <p:cNvSpPr>
            <a:spLocks noChangeArrowheads="1"/>
          </p:cNvSpPr>
          <p:nvPr/>
        </p:nvSpPr>
        <p:spPr bwMode="auto">
          <a:xfrm>
            <a:off x="381000" y="3244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11" name="Rectangle 79"/>
          <p:cNvSpPr>
            <a:spLocks noChangeArrowheads="1"/>
          </p:cNvSpPr>
          <p:nvPr/>
        </p:nvSpPr>
        <p:spPr bwMode="auto">
          <a:xfrm>
            <a:off x="381000" y="3625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12" name="Rectangle 80"/>
          <p:cNvSpPr>
            <a:spLocks noChangeArrowheads="1"/>
          </p:cNvSpPr>
          <p:nvPr/>
        </p:nvSpPr>
        <p:spPr bwMode="auto">
          <a:xfrm>
            <a:off x="381000" y="4006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13" name="Rectangle 81"/>
          <p:cNvSpPr>
            <a:spLocks noChangeArrowheads="1"/>
          </p:cNvSpPr>
          <p:nvPr/>
        </p:nvSpPr>
        <p:spPr bwMode="auto">
          <a:xfrm>
            <a:off x="381000" y="4387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15" name="Rectangle 83"/>
          <p:cNvSpPr>
            <a:spLocks noChangeArrowheads="1"/>
          </p:cNvSpPr>
          <p:nvPr/>
        </p:nvSpPr>
        <p:spPr bwMode="auto">
          <a:xfrm>
            <a:off x="838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16" name="Rectangle 84"/>
          <p:cNvSpPr>
            <a:spLocks noChangeArrowheads="1"/>
          </p:cNvSpPr>
          <p:nvPr/>
        </p:nvSpPr>
        <p:spPr bwMode="auto">
          <a:xfrm>
            <a:off x="838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17" name="Rectangle 85"/>
          <p:cNvSpPr>
            <a:spLocks noChangeArrowheads="1"/>
          </p:cNvSpPr>
          <p:nvPr/>
        </p:nvSpPr>
        <p:spPr bwMode="auto">
          <a:xfrm>
            <a:off x="838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18" name="Rectangle 86"/>
          <p:cNvSpPr>
            <a:spLocks noChangeArrowheads="1"/>
          </p:cNvSpPr>
          <p:nvPr/>
        </p:nvSpPr>
        <p:spPr bwMode="auto">
          <a:xfrm>
            <a:off x="838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19" name="Rectangle 87"/>
          <p:cNvSpPr>
            <a:spLocks noChangeArrowheads="1"/>
          </p:cNvSpPr>
          <p:nvPr/>
        </p:nvSpPr>
        <p:spPr bwMode="auto">
          <a:xfrm>
            <a:off x="838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20" name="Rectangle 88"/>
          <p:cNvSpPr>
            <a:spLocks noChangeArrowheads="1"/>
          </p:cNvSpPr>
          <p:nvPr/>
        </p:nvSpPr>
        <p:spPr bwMode="auto">
          <a:xfrm>
            <a:off x="838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21" name="Rectangle 89"/>
          <p:cNvSpPr>
            <a:spLocks noChangeArrowheads="1"/>
          </p:cNvSpPr>
          <p:nvPr/>
        </p:nvSpPr>
        <p:spPr bwMode="auto">
          <a:xfrm>
            <a:off x="838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22" name="Rectangle 90"/>
          <p:cNvSpPr>
            <a:spLocks noChangeArrowheads="1"/>
          </p:cNvSpPr>
          <p:nvPr/>
        </p:nvSpPr>
        <p:spPr bwMode="auto">
          <a:xfrm>
            <a:off x="838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23" name="Rectangle 91"/>
          <p:cNvSpPr>
            <a:spLocks noChangeArrowheads="1"/>
          </p:cNvSpPr>
          <p:nvPr/>
        </p:nvSpPr>
        <p:spPr bwMode="auto">
          <a:xfrm>
            <a:off x="838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24" name="Rectangle 92"/>
          <p:cNvSpPr>
            <a:spLocks noChangeArrowheads="1"/>
          </p:cNvSpPr>
          <p:nvPr/>
        </p:nvSpPr>
        <p:spPr bwMode="auto">
          <a:xfrm>
            <a:off x="381000" y="5149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25" name="Rectangle 93"/>
          <p:cNvSpPr>
            <a:spLocks noChangeArrowheads="1"/>
          </p:cNvSpPr>
          <p:nvPr/>
        </p:nvSpPr>
        <p:spPr bwMode="auto">
          <a:xfrm>
            <a:off x="4267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26" name="Rectangle 94"/>
          <p:cNvSpPr>
            <a:spLocks noChangeArrowheads="1"/>
          </p:cNvSpPr>
          <p:nvPr/>
        </p:nvSpPr>
        <p:spPr bwMode="auto">
          <a:xfrm>
            <a:off x="4267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27" name="Rectangle 95"/>
          <p:cNvSpPr>
            <a:spLocks noChangeArrowheads="1"/>
          </p:cNvSpPr>
          <p:nvPr/>
        </p:nvSpPr>
        <p:spPr bwMode="auto">
          <a:xfrm>
            <a:off x="4267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28" name="Rectangle 96"/>
          <p:cNvSpPr>
            <a:spLocks noChangeArrowheads="1"/>
          </p:cNvSpPr>
          <p:nvPr/>
        </p:nvSpPr>
        <p:spPr bwMode="auto">
          <a:xfrm>
            <a:off x="4267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29" name="Rectangle 97"/>
          <p:cNvSpPr>
            <a:spLocks noChangeArrowheads="1"/>
          </p:cNvSpPr>
          <p:nvPr/>
        </p:nvSpPr>
        <p:spPr bwMode="auto">
          <a:xfrm>
            <a:off x="4267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30" name="Rectangle 98"/>
          <p:cNvSpPr>
            <a:spLocks noChangeArrowheads="1"/>
          </p:cNvSpPr>
          <p:nvPr/>
        </p:nvSpPr>
        <p:spPr bwMode="auto">
          <a:xfrm>
            <a:off x="4267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31" name="Rectangle 99"/>
          <p:cNvSpPr>
            <a:spLocks noChangeArrowheads="1"/>
          </p:cNvSpPr>
          <p:nvPr/>
        </p:nvSpPr>
        <p:spPr bwMode="auto">
          <a:xfrm>
            <a:off x="4267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32" name="Rectangle 100"/>
          <p:cNvSpPr>
            <a:spLocks noChangeArrowheads="1"/>
          </p:cNvSpPr>
          <p:nvPr/>
        </p:nvSpPr>
        <p:spPr bwMode="auto">
          <a:xfrm>
            <a:off x="4267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33" name="Rectangle 101"/>
          <p:cNvSpPr>
            <a:spLocks noChangeArrowheads="1"/>
          </p:cNvSpPr>
          <p:nvPr/>
        </p:nvSpPr>
        <p:spPr bwMode="auto">
          <a:xfrm>
            <a:off x="4267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34" name="Rectangle 102"/>
          <p:cNvSpPr>
            <a:spLocks noChangeArrowheads="1"/>
          </p:cNvSpPr>
          <p:nvPr/>
        </p:nvSpPr>
        <p:spPr bwMode="auto">
          <a:xfrm>
            <a:off x="1600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35" name="Rectangle 103"/>
          <p:cNvSpPr>
            <a:spLocks noChangeArrowheads="1"/>
          </p:cNvSpPr>
          <p:nvPr/>
        </p:nvSpPr>
        <p:spPr bwMode="auto">
          <a:xfrm>
            <a:off x="1981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36" name="Rectangle 104"/>
          <p:cNvSpPr>
            <a:spLocks noChangeArrowheads="1"/>
          </p:cNvSpPr>
          <p:nvPr/>
        </p:nvSpPr>
        <p:spPr bwMode="auto">
          <a:xfrm>
            <a:off x="2362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37" name="Rectangle 105"/>
          <p:cNvSpPr>
            <a:spLocks noChangeArrowheads="1"/>
          </p:cNvSpPr>
          <p:nvPr/>
        </p:nvSpPr>
        <p:spPr bwMode="auto">
          <a:xfrm>
            <a:off x="2743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38" name="Rectangle 106"/>
          <p:cNvSpPr>
            <a:spLocks noChangeArrowheads="1"/>
          </p:cNvSpPr>
          <p:nvPr/>
        </p:nvSpPr>
        <p:spPr bwMode="auto">
          <a:xfrm>
            <a:off x="3124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39" name="Rectangle 107"/>
          <p:cNvSpPr>
            <a:spLocks noChangeArrowheads="1"/>
          </p:cNvSpPr>
          <p:nvPr/>
        </p:nvSpPr>
        <p:spPr bwMode="auto">
          <a:xfrm>
            <a:off x="3505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40" name="Rectangle 108"/>
          <p:cNvSpPr>
            <a:spLocks noChangeArrowheads="1"/>
          </p:cNvSpPr>
          <p:nvPr/>
        </p:nvSpPr>
        <p:spPr bwMode="auto">
          <a:xfrm>
            <a:off x="3886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41" name="Rectangle 109"/>
          <p:cNvSpPr>
            <a:spLocks noChangeArrowheads="1"/>
          </p:cNvSpPr>
          <p:nvPr/>
        </p:nvSpPr>
        <p:spPr bwMode="auto">
          <a:xfrm>
            <a:off x="1219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42" name="Rectangle 110"/>
          <p:cNvSpPr>
            <a:spLocks noChangeArrowheads="1"/>
          </p:cNvSpPr>
          <p:nvPr/>
        </p:nvSpPr>
        <p:spPr bwMode="auto">
          <a:xfrm>
            <a:off x="838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43" name="Rectangle 111"/>
          <p:cNvSpPr>
            <a:spLocks noChangeArrowheads="1"/>
          </p:cNvSpPr>
          <p:nvPr/>
        </p:nvSpPr>
        <p:spPr bwMode="auto">
          <a:xfrm>
            <a:off x="4267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44" name="Rectangle 112"/>
          <p:cNvSpPr>
            <a:spLocks noChangeArrowheads="1"/>
          </p:cNvSpPr>
          <p:nvPr/>
        </p:nvSpPr>
        <p:spPr bwMode="auto">
          <a:xfrm>
            <a:off x="1600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45" name="Rectangle 113"/>
          <p:cNvSpPr>
            <a:spLocks noChangeArrowheads="1"/>
          </p:cNvSpPr>
          <p:nvPr/>
        </p:nvSpPr>
        <p:spPr bwMode="auto">
          <a:xfrm>
            <a:off x="1981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46" name="Rectangle 114"/>
          <p:cNvSpPr>
            <a:spLocks noChangeArrowheads="1"/>
          </p:cNvSpPr>
          <p:nvPr/>
        </p:nvSpPr>
        <p:spPr bwMode="auto">
          <a:xfrm>
            <a:off x="2362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47" name="Rectangle 115"/>
          <p:cNvSpPr>
            <a:spLocks noChangeArrowheads="1"/>
          </p:cNvSpPr>
          <p:nvPr/>
        </p:nvSpPr>
        <p:spPr bwMode="auto">
          <a:xfrm>
            <a:off x="2743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48" name="Rectangle 116"/>
          <p:cNvSpPr>
            <a:spLocks noChangeArrowheads="1"/>
          </p:cNvSpPr>
          <p:nvPr/>
        </p:nvSpPr>
        <p:spPr bwMode="auto">
          <a:xfrm>
            <a:off x="3124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49" name="Rectangle 117"/>
          <p:cNvSpPr>
            <a:spLocks noChangeArrowheads="1"/>
          </p:cNvSpPr>
          <p:nvPr/>
        </p:nvSpPr>
        <p:spPr bwMode="auto">
          <a:xfrm>
            <a:off x="3505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50" name="Rectangle 118"/>
          <p:cNvSpPr>
            <a:spLocks noChangeArrowheads="1"/>
          </p:cNvSpPr>
          <p:nvPr/>
        </p:nvSpPr>
        <p:spPr bwMode="auto">
          <a:xfrm>
            <a:off x="3886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51" name="Rectangle 119"/>
          <p:cNvSpPr>
            <a:spLocks noChangeArrowheads="1"/>
          </p:cNvSpPr>
          <p:nvPr/>
        </p:nvSpPr>
        <p:spPr bwMode="auto">
          <a:xfrm>
            <a:off x="1219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52" name="Rectangle 120"/>
          <p:cNvSpPr>
            <a:spLocks noChangeArrowheads="1"/>
          </p:cNvSpPr>
          <p:nvPr/>
        </p:nvSpPr>
        <p:spPr bwMode="auto">
          <a:xfrm>
            <a:off x="838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53" name="Rectangle 121"/>
          <p:cNvSpPr>
            <a:spLocks noChangeArrowheads="1"/>
          </p:cNvSpPr>
          <p:nvPr/>
        </p:nvSpPr>
        <p:spPr bwMode="auto">
          <a:xfrm>
            <a:off x="4267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54" name="Rectangle 122"/>
          <p:cNvSpPr>
            <a:spLocks noChangeArrowheads="1"/>
          </p:cNvSpPr>
          <p:nvPr/>
        </p:nvSpPr>
        <p:spPr bwMode="auto">
          <a:xfrm>
            <a:off x="381000" y="1720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95355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1850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356" name="Text Box 124"/>
          <p:cNvSpPr txBox="1">
            <a:spLocks noChangeArrowheads="1"/>
          </p:cNvSpPr>
          <p:nvPr/>
        </p:nvSpPr>
        <p:spPr bwMode="auto">
          <a:xfrm>
            <a:off x="53340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(4,6)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57" name="Line 125"/>
          <p:cNvSpPr>
            <a:spLocks noChangeShapeType="1"/>
          </p:cNvSpPr>
          <p:nvPr/>
        </p:nvSpPr>
        <p:spPr bwMode="auto">
          <a:xfrm>
            <a:off x="5334000" y="1946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5358" name="Line 126"/>
          <p:cNvSpPr>
            <a:spLocks noChangeShapeType="1"/>
          </p:cNvSpPr>
          <p:nvPr/>
        </p:nvSpPr>
        <p:spPr bwMode="auto">
          <a:xfrm>
            <a:off x="5334000" y="2708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5359" name="AutoShape 127"/>
          <p:cNvSpPr>
            <a:spLocks noChangeArrowheads="1"/>
          </p:cNvSpPr>
          <p:nvPr/>
        </p:nvSpPr>
        <p:spPr bwMode="auto">
          <a:xfrm>
            <a:off x="4800600" y="727075"/>
            <a:ext cx="1143000" cy="1600200"/>
          </a:xfrm>
          <a:custGeom>
            <a:avLst/>
            <a:gdLst>
              <a:gd name="T0" fmla="*/ 310885 w 21600"/>
              <a:gd name="T1" fmla="*/ 1512189 h 21600"/>
              <a:gd name="T2" fmla="*/ 539380 w 21600"/>
              <a:gd name="T3" fmla="*/ 1511819 h 21600"/>
              <a:gd name="T4" fmla="*/ 367506 w 21600"/>
              <a:gd name="T5" fmla="*/ 1357429 h 21600"/>
              <a:gd name="T6" fmla="*/ 19156 w 21600"/>
              <a:gd name="T7" fmla="*/ 1434327 h 21600"/>
              <a:gd name="T8" fmla="*/ 47572 w 21600"/>
              <a:gd name="T9" fmla="*/ 1030499 h 21600"/>
              <a:gd name="T10" fmla="*/ 336074 w 21600"/>
              <a:gd name="T11" fmla="*/ 107035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4264" y="16160"/>
                </a:moveTo>
                <a:cubicBezTo>
                  <a:pt x="5751" y="17974"/>
                  <a:pt x="7926" y="19088"/>
                  <a:pt x="10267" y="19236"/>
                </a:cubicBezTo>
                <a:lnTo>
                  <a:pt x="10119" y="21578"/>
                </a:lnTo>
                <a:cubicBezTo>
                  <a:pt x="7128" y="21389"/>
                  <a:pt x="4350" y="19966"/>
                  <a:pt x="2449" y="17649"/>
                </a:cubicBezTo>
                <a:lnTo>
                  <a:pt x="362" y="19361"/>
                </a:lnTo>
                <a:lnTo>
                  <a:pt x="899" y="13910"/>
                </a:lnTo>
                <a:lnTo>
                  <a:pt x="6351" y="14448"/>
                </a:lnTo>
                <a:lnTo>
                  <a:pt x="4264" y="16160"/>
                </a:lnTo>
                <a:close/>
              </a:path>
            </a:pathLst>
          </a:custGeom>
          <a:solidFill>
            <a:schemeClr val="folHlink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60" name="AutoShape 128"/>
          <p:cNvSpPr>
            <a:spLocks noChangeArrowheads="1"/>
          </p:cNvSpPr>
          <p:nvPr/>
        </p:nvSpPr>
        <p:spPr bwMode="auto">
          <a:xfrm>
            <a:off x="8305800" y="1489075"/>
            <a:ext cx="762000" cy="838200"/>
          </a:xfrm>
          <a:custGeom>
            <a:avLst/>
            <a:gdLst>
              <a:gd name="T0" fmla="*/ 732331 w 21600"/>
              <a:gd name="T1" fmla="*/ 581230 h 21600"/>
              <a:gd name="T2" fmla="*/ 578485 w 21600"/>
              <a:gd name="T3" fmla="*/ 192708 h 21600"/>
              <a:gd name="T4" fmla="*/ 555660 w 21600"/>
              <a:gd name="T5" fmla="*/ 499699 h 21600"/>
              <a:gd name="T6" fmla="*/ 366889 w 21600"/>
              <a:gd name="T7" fmla="*/ 942742 h 21600"/>
              <a:gd name="T8" fmla="*/ 181575 w 21600"/>
              <a:gd name="T9" fmla="*/ 726479 h 21600"/>
              <a:gd name="T10" fmla="*/ 378178 w 21600"/>
              <a:gd name="T11" fmla="*/ 52263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641" y="16167"/>
                </a:moveTo>
                <a:cubicBezTo>
                  <a:pt x="10693" y="16169"/>
                  <a:pt x="10746" y="16170"/>
                  <a:pt x="10800" y="16170"/>
                </a:cubicBezTo>
                <a:cubicBezTo>
                  <a:pt x="13765" y="16170"/>
                  <a:pt x="16170" y="13765"/>
                  <a:pt x="16170" y="10800"/>
                </a:cubicBezTo>
                <a:cubicBezTo>
                  <a:pt x="16170" y="9337"/>
                  <a:pt x="15573" y="7938"/>
                  <a:pt x="14518" y="6925"/>
                </a:cubicBezTo>
                <a:lnTo>
                  <a:pt x="18278" y="3008"/>
                </a:lnTo>
                <a:cubicBezTo>
                  <a:pt x="20400" y="5044"/>
                  <a:pt x="21600" y="7858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693" y="21600"/>
                  <a:pt x="10586" y="21598"/>
                  <a:pt x="10480" y="21595"/>
                </a:cubicBezTo>
                <a:lnTo>
                  <a:pt x="10400" y="24294"/>
                </a:lnTo>
                <a:lnTo>
                  <a:pt x="5147" y="18721"/>
                </a:lnTo>
                <a:lnTo>
                  <a:pt x="10720" y="13468"/>
                </a:lnTo>
                <a:lnTo>
                  <a:pt x="10641" y="16167"/>
                </a:lnTo>
                <a:close/>
              </a:path>
            </a:pathLst>
          </a:cu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361" name="Text Box 129"/>
          <p:cNvSpPr txBox="1">
            <a:spLocks noChangeArrowheads="1"/>
          </p:cNvSpPr>
          <p:nvPr/>
        </p:nvSpPr>
        <p:spPr bwMode="auto">
          <a:xfrm>
            <a:off x="61722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(5,7)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62" name="Text Box 130"/>
          <p:cNvSpPr txBox="1">
            <a:spLocks noChangeArrowheads="1"/>
          </p:cNvSpPr>
          <p:nvPr/>
        </p:nvSpPr>
        <p:spPr bwMode="auto">
          <a:xfrm>
            <a:off x="70104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(8,4)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5363" name="Text Box 131"/>
          <p:cNvSpPr txBox="1">
            <a:spLocks noChangeArrowheads="1"/>
          </p:cNvSpPr>
          <p:nvPr/>
        </p:nvSpPr>
        <p:spPr bwMode="auto">
          <a:xfrm>
            <a:off x="78486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(8,6)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133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1219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1600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1981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2362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62" name="Rectangle 6"/>
          <p:cNvSpPr>
            <a:spLocks noChangeArrowheads="1"/>
          </p:cNvSpPr>
          <p:nvPr/>
        </p:nvSpPr>
        <p:spPr bwMode="auto">
          <a:xfrm>
            <a:off x="2743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63" name="Rectangle 7"/>
          <p:cNvSpPr>
            <a:spLocks noChangeArrowheads="1"/>
          </p:cNvSpPr>
          <p:nvPr/>
        </p:nvSpPr>
        <p:spPr bwMode="auto">
          <a:xfrm>
            <a:off x="3124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9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64" name="Rectangle 8"/>
          <p:cNvSpPr>
            <a:spLocks noChangeArrowheads="1"/>
          </p:cNvSpPr>
          <p:nvPr/>
        </p:nvSpPr>
        <p:spPr bwMode="auto">
          <a:xfrm>
            <a:off x="3505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65" name="Rectangle 9"/>
          <p:cNvSpPr>
            <a:spLocks noChangeArrowheads="1"/>
          </p:cNvSpPr>
          <p:nvPr/>
        </p:nvSpPr>
        <p:spPr bwMode="auto">
          <a:xfrm>
            <a:off x="3886200" y="2101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66" name="Rectangle 10"/>
          <p:cNvSpPr>
            <a:spLocks noChangeArrowheads="1"/>
          </p:cNvSpPr>
          <p:nvPr/>
        </p:nvSpPr>
        <p:spPr bwMode="auto">
          <a:xfrm>
            <a:off x="1219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67" name="Rectangle 11"/>
          <p:cNvSpPr>
            <a:spLocks noChangeArrowheads="1"/>
          </p:cNvSpPr>
          <p:nvPr/>
        </p:nvSpPr>
        <p:spPr bwMode="auto">
          <a:xfrm>
            <a:off x="1600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68" name="Rectangle 12"/>
          <p:cNvSpPr>
            <a:spLocks noChangeArrowheads="1"/>
          </p:cNvSpPr>
          <p:nvPr/>
        </p:nvSpPr>
        <p:spPr bwMode="auto">
          <a:xfrm>
            <a:off x="1981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69" name="Rectangle 13"/>
          <p:cNvSpPr>
            <a:spLocks noChangeArrowheads="1"/>
          </p:cNvSpPr>
          <p:nvPr/>
        </p:nvSpPr>
        <p:spPr bwMode="auto">
          <a:xfrm>
            <a:off x="2362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70" name="Rectangle 14"/>
          <p:cNvSpPr>
            <a:spLocks noChangeArrowheads="1"/>
          </p:cNvSpPr>
          <p:nvPr/>
        </p:nvSpPr>
        <p:spPr bwMode="auto">
          <a:xfrm>
            <a:off x="2743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71" name="Rectangle 15"/>
          <p:cNvSpPr>
            <a:spLocks noChangeArrowheads="1"/>
          </p:cNvSpPr>
          <p:nvPr/>
        </p:nvSpPr>
        <p:spPr bwMode="auto">
          <a:xfrm>
            <a:off x="3124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72" name="Rectangle 16"/>
          <p:cNvSpPr>
            <a:spLocks noChangeArrowheads="1"/>
          </p:cNvSpPr>
          <p:nvPr/>
        </p:nvSpPr>
        <p:spPr bwMode="auto">
          <a:xfrm>
            <a:off x="3505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73" name="Rectangle 17"/>
          <p:cNvSpPr>
            <a:spLocks noChangeArrowheads="1"/>
          </p:cNvSpPr>
          <p:nvPr/>
        </p:nvSpPr>
        <p:spPr bwMode="auto">
          <a:xfrm>
            <a:off x="3886200" y="2482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74" name="Rectangle 18"/>
          <p:cNvSpPr>
            <a:spLocks noChangeArrowheads="1"/>
          </p:cNvSpPr>
          <p:nvPr/>
        </p:nvSpPr>
        <p:spPr bwMode="auto">
          <a:xfrm>
            <a:off x="1219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75" name="Rectangle 19"/>
          <p:cNvSpPr>
            <a:spLocks noChangeArrowheads="1"/>
          </p:cNvSpPr>
          <p:nvPr/>
        </p:nvSpPr>
        <p:spPr bwMode="auto">
          <a:xfrm>
            <a:off x="1600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76" name="Rectangle 20"/>
          <p:cNvSpPr>
            <a:spLocks noChangeArrowheads="1"/>
          </p:cNvSpPr>
          <p:nvPr/>
        </p:nvSpPr>
        <p:spPr bwMode="auto">
          <a:xfrm>
            <a:off x="1981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77" name="Rectangle 21"/>
          <p:cNvSpPr>
            <a:spLocks noChangeArrowheads="1"/>
          </p:cNvSpPr>
          <p:nvPr/>
        </p:nvSpPr>
        <p:spPr bwMode="auto">
          <a:xfrm>
            <a:off x="2362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78" name="Rectangle 22"/>
          <p:cNvSpPr>
            <a:spLocks noChangeArrowheads="1"/>
          </p:cNvSpPr>
          <p:nvPr/>
        </p:nvSpPr>
        <p:spPr bwMode="auto">
          <a:xfrm>
            <a:off x="2743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79" name="Rectangle 23"/>
          <p:cNvSpPr>
            <a:spLocks noChangeArrowheads="1"/>
          </p:cNvSpPr>
          <p:nvPr/>
        </p:nvSpPr>
        <p:spPr bwMode="auto">
          <a:xfrm>
            <a:off x="3124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80" name="Rectangle 24"/>
          <p:cNvSpPr>
            <a:spLocks noChangeArrowheads="1"/>
          </p:cNvSpPr>
          <p:nvPr/>
        </p:nvSpPr>
        <p:spPr bwMode="auto">
          <a:xfrm>
            <a:off x="3505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81" name="Rectangle 25"/>
          <p:cNvSpPr>
            <a:spLocks noChangeArrowheads="1"/>
          </p:cNvSpPr>
          <p:nvPr/>
        </p:nvSpPr>
        <p:spPr bwMode="auto">
          <a:xfrm>
            <a:off x="3886200" y="2863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82" name="Rectangle 26"/>
          <p:cNvSpPr>
            <a:spLocks noChangeArrowheads="1"/>
          </p:cNvSpPr>
          <p:nvPr/>
        </p:nvSpPr>
        <p:spPr bwMode="auto">
          <a:xfrm>
            <a:off x="1219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83" name="Rectangle 27"/>
          <p:cNvSpPr>
            <a:spLocks noChangeArrowheads="1"/>
          </p:cNvSpPr>
          <p:nvPr/>
        </p:nvSpPr>
        <p:spPr bwMode="auto">
          <a:xfrm>
            <a:off x="1600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84" name="Rectangle 28"/>
          <p:cNvSpPr>
            <a:spLocks noChangeArrowheads="1"/>
          </p:cNvSpPr>
          <p:nvPr/>
        </p:nvSpPr>
        <p:spPr bwMode="auto">
          <a:xfrm>
            <a:off x="1981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85" name="Rectangle 29"/>
          <p:cNvSpPr>
            <a:spLocks noChangeArrowheads="1"/>
          </p:cNvSpPr>
          <p:nvPr/>
        </p:nvSpPr>
        <p:spPr bwMode="auto">
          <a:xfrm>
            <a:off x="2362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86" name="Rectangle 30"/>
          <p:cNvSpPr>
            <a:spLocks noChangeArrowheads="1"/>
          </p:cNvSpPr>
          <p:nvPr/>
        </p:nvSpPr>
        <p:spPr bwMode="auto">
          <a:xfrm>
            <a:off x="2743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87" name="Rectangle 31"/>
          <p:cNvSpPr>
            <a:spLocks noChangeArrowheads="1"/>
          </p:cNvSpPr>
          <p:nvPr/>
        </p:nvSpPr>
        <p:spPr bwMode="auto">
          <a:xfrm>
            <a:off x="3124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12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288" name="Rectangle 32"/>
          <p:cNvSpPr>
            <a:spLocks noChangeArrowheads="1"/>
          </p:cNvSpPr>
          <p:nvPr/>
        </p:nvSpPr>
        <p:spPr bwMode="auto">
          <a:xfrm>
            <a:off x="3505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13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289" name="Rectangle 33"/>
          <p:cNvSpPr>
            <a:spLocks noChangeArrowheads="1"/>
          </p:cNvSpPr>
          <p:nvPr/>
        </p:nvSpPr>
        <p:spPr bwMode="auto">
          <a:xfrm>
            <a:off x="3886200" y="3244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90" name="Rectangle 34"/>
          <p:cNvSpPr>
            <a:spLocks noChangeArrowheads="1"/>
          </p:cNvSpPr>
          <p:nvPr/>
        </p:nvSpPr>
        <p:spPr bwMode="auto">
          <a:xfrm>
            <a:off x="1219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91" name="Rectangle 35"/>
          <p:cNvSpPr>
            <a:spLocks noChangeArrowheads="1"/>
          </p:cNvSpPr>
          <p:nvPr/>
        </p:nvSpPr>
        <p:spPr bwMode="auto">
          <a:xfrm>
            <a:off x="1600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92" name="Rectangle 36"/>
          <p:cNvSpPr>
            <a:spLocks noChangeArrowheads="1"/>
          </p:cNvSpPr>
          <p:nvPr/>
        </p:nvSpPr>
        <p:spPr bwMode="auto">
          <a:xfrm>
            <a:off x="1981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93" name="Rectangle 37"/>
          <p:cNvSpPr>
            <a:spLocks noChangeArrowheads="1"/>
          </p:cNvSpPr>
          <p:nvPr/>
        </p:nvSpPr>
        <p:spPr bwMode="auto">
          <a:xfrm>
            <a:off x="2362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94" name="Rectangle 38"/>
          <p:cNvSpPr>
            <a:spLocks noChangeArrowheads="1"/>
          </p:cNvSpPr>
          <p:nvPr/>
        </p:nvSpPr>
        <p:spPr bwMode="auto">
          <a:xfrm>
            <a:off x="2743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10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95" name="Rectangle 39"/>
          <p:cNvSpPr>
            <a:spLocks noChangeArrowheads="1"/>
          </p:cNvSpPr>
          <p:nvPr/>
        </p:nvSpPr>
        <p:spPr bwMode="auto">
          <a:xfrm>
            <a:off x="3124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96" name="Rectangle 40"/>
          <p:cNvSpPr>
            <a:spLocks noChangeArrowheads="1"/>
          </p:cNvSpPr>
          <p:nvPr/>
        </p:nvSpPr>
        <p:spPr bwMode="auto">
          <a:xfrm>
            <a:off x="3505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12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297" name="Rectangle 41"/>
          <p:cNvSpPr>
            <a:spLocks noChangeArrowheads="1"/>
          </p:cNvSpPr>
          <p:nvPr/>
        </p:nvSpPr>
        <p:spPr bwMode="auto">
          <a:xfrm>
            <a:off x="3886200" y="3625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98" name="Rectangle 42"/>
          <p:cNvSpPr>
            <a:spLocks noChangeArrowheads="1"/>
          </p:cNvSpPr>
          <p:nvPr/>
        </p:nvSpPr>
        <p:spPr bwMode="auto">
          <a:xfrm>
            <a:off x="1219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299" name="Rectangle 43"/>
          <p:cNvSpPr>
            <a:spLocks noChangeArrowheads="1"/>
          </p:cNvSpPr>
          <p:nvPr/>
        </p:nvSpPr>
        <p:spPr bwMode="auto">
          <a:xfrm>
            <a:off x="1600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00" name="Rectangle 44"/>
          <p:cNvSpPr>
            <a:spLocks noChangeArrowheads="1"/>
          </p:cNvSpPr>
          <p:nvPr/>
        </p:nvSpPr>
        <p:spPr bwMode="auto">
          <a:xfrm>
            <a:off x="1981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301" name="Rectangle 45"/>
          <p:cNvSpPr>
            <a:spLocks noChangeArrowheads="1"/>
          </p:cNvSpPr>
          <p:nvPr/>
        </p:nvSpPr>
        <p:spPr bwMode="auto">
          <a:xfrm>
            <a:off x="2362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302" name="Rectangle 46"/>
          <p:cNvSpPr>
            <a:spLocks noChangeArrowheads="1"/>
          </p:cNvSpPr>
          <p:nvPr/>
        </p:nvSpPr>
        <p:spPr bwMode="auto">
          <a:xfrm>
            <a:off x="2743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9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303" name="Rectangle 47"/>
          <p:cNvSpPr>
            <a:spLocks noChangeArrowheads="1"/>
          </p:cNvSpPr>
          <p:nvPr/>
        </p:nvSpPr>
        <p:spPr bwMode="auto">
          <a:xfrm>
            <a:off x="3124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04" name="Rectangle 48"/>
          <p:cNvSpPr>
            <a:spLocks noChangeArrowheads="1"/>
          </p:cNvSpPr>
          <p:nvPr/>
        </p:nvSpPr>
        <p:spPr bwMode="auto">
          <a:xfrm>
            <a:off x="3505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05" name="Rectangle 49"/>
          <p:cNvSpPr>
            <a:spLocks noChangeArrowheads="1"/>
          </p:cNvSpPr>
          <p:nvPr/>
        </p:nvSpPr>
        <p:spPr bwMode="auto">
          <a:xfrm>
            <a:off x="3886200" y="4006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06" name="Rectangle 50"/>
          <p:cNvSpPr>
            <a:spLocks noChangeArrowheads="1"/>
          </p:cNvSpPr>
          <p:nvPr/>
        </p:nvSpPr>
        <p:spPr bwMode="auto">
          <a:xfrm>
            <a:off x="1219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307" name="Rectangle 51"/>
          <p:cNvSpPr>
            <a:spLocks noChangeArrowheads="1"/>
          </p:cNvSpPr>
          <p:nvPr/>
        </p:nvSpPr>
        <p:spPr bwMode="auto">
          <a:xfrm>
            <a:off x="1600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08" name="Rectangle 52"/>
          <p:cNvSpPr>
            <a:spLocks noChangeArrowheads="1"/>
          </p:cNvSpPr>
          <p:nvPr/>
        </p:nvSpPr>
        <p:spPr bwMode="auto">
          <a:xfrm>
            <a:off x="1981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09" name="Rectangle 53"/>
          <p:cNvSpPr>
            <a:spLocks noChangeArrowheads="1"/>
          </p:cNvSpPr>
          <p:nvPr/>
        </p:nvSpPr>
        <p:spPr bwMode="auto">
          <a:xfrm>
            <a:off x="2362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10" name="Rectangle 54"/>
          <p:cNvSpPr>
            <a:spLocks noChangeArrowheads="1"/>
          </p:cNvSpPr>
          <p:nvPr/>
        </p:nvSpPr>
        <p:spPr bwMode="auto">
          <a:xfrm>
            <a:off x="2743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10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311" name="Rectangle 55"/>
          <p:cNvSpPr>
            <a:spLocks noChangeArrowheads="1"/>
          </p:cNvSpPr>
          <p:nvPr/>
        </p:nvSpPr>
        <p:spPr bwMode="auto">
          <a:xfrm>
            <a:off x="3124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12" name="Rectangle 56"/>
          <p:cNvSpPr>
            <a:spLocks noChangeArrowheads="1"/>
          </p:cNvSpPr>
          <p:nvPr/>
        </p:nvSpPr>
        <p:spPr bwMode="auto">
          <a:xfrm>
            <a:off x="3505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13" name="Rectangle 57"/>
          <p:cNvSpPr>
            <a:spLocks noChangeArrowheads="1"/>
          </p:cNvSpPr>
          <p:nvPr/>
        </p:nvSpPr>
        <p:spPr bwMode="auto">
          <a:xfrm>
            <a:off x="3886200" y="4387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14" name="Rectangle 58"/>
          <p:cNvSpPr>
            <a:spLocks noChangeArrowheads="1"/>
          </p:cNvSpPr>
          <p:nvPr/>
        </p:nvSpPr>
        <p:spPr bwMode="auto">
          <a:xfrm>
            <a:off x="1219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15" name="Rectangle 59"/>
          <p:cNvSpPr>
            <a:spLocks noChangeArrowheads="1"/>
          </p:cNvSpPr>
          <p:nvPr/>
        </p:nvSpPr>
        <p:spPr bwMode="auto">
          <a:xfrm>
            <a:off x="1600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16" name="Rectangle 60"/>
          <p:cNvSpPr>
            <a:spLocks noChangeArrowheads="1"/>
          </p:cNvSpPr>
          <p:nvPr/>
        </p:nvSpPr>
        <p:spPr bwMode="auto">
          <a:xfrm>
            <a:off x="1981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17" name="Rectangle 61"/>
          <p:cNvSpPr>
            <a:spLocks noChangeArrowheads="1"/>
          </p:cNvSpPr>
          <p:nvPr/>
        </p:nvSpPr>
        <p:spPr bwMode="auto">
          <a:xfrm>
            <a:off x="2362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12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318" name="Rectangle 62"/>
          <p:cNvSpPr>
            <a:spLocks noChangeArrowheads="1"/>
          </p:cNvSpPr>
          <p:nvPr/>
        </p:nvSpPr>
        <p:spPr bwMode="auto">
          <a:xfrm>
            <a:off x="2743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</a:rPr>
              <a:t>11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6319" name="Rectangle 63"/>
          <p:cNvSpPr>
            <a:spLocks noChangeArrowheads="1"/>
          </p:cNvSpPr>
          <p:nvPr/>
        </p:nvSpPr>
        <p:spPr bwMode="auto">
          <a:xfrm>
            <a:off x="3124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12</a:t>
            </a:r>
            <a:endParaRPr lang="en-US" altLang="zh-CN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320" name="Rectangle 64"/>
          <p:cNvSpPr>
            <a:spLocks noChangeArrowheads="1"/>
          </p:cNvSpPr>
          <p:nvPr/>
        </p:nvSpPr>
        <p:spPr bwMode="auto">
          <a:xfrm>
            <a:off x="3505200" y="4768850"/>
            <a:ext cx="381000" cy="38100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21" name="Rectangle 65"/>
          <p:cNvSpPr>
            <a:spLocks noChangeArrowheads="1"/>
          </p:cNvSpPr>
          <p:nvPr/>
        </p:nvSpPr>
        <p:spPr bwMode="auto">
          <a:xfrm>
            <a:off x="3889375" y="3630613"/>
            <a:ext cx="381000" cy="381000"/>
          </a:xfrm>
          <a:prstGeom prst="rect">
            <a:avLst/>
          </a:prstGeom>
          <a:solidFill>
            <a:srgbClr val="FF0000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22" name="Rectangle 66"/>
          <p:cNvSpPr>
            <a:spLocks noChangeArrowheads="1"/>
          </p:cNvSpPr>
          <p:nvPr/>
        </p:nvSpPr>
        <p:spPr bwMode="auto">
          <a:xfrm>
            <a:off x="3886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23" name="Rectangle 67"/>
          <p:cNvSpPr>
            <a:spLocks noChangeArrowheads="1"/>
          </p:cNvSpPr>
          <p:nvPr/>
        </p:nvSpPr>
        <p:spPr bwMode="auto">
          <a:xfrm>
            <a:off x="1219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24" name="Rectangle 68"/>
          <p:cNvSpPr>
            <a:spLocks noChangeArrowheads="1"/>
          </p:cNvSpPr>
          <p:nvPr/>
        </p:nvSpPr>
        <p:spPr bwMode="auto">
          <a:xfrm>
            <a:off x="1600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25" name="Rectangle 69"/>
          <p:cNvSpPr>
            <a:spLocks noChangeArrowheads="1"/>
          </p:cNvSpPr>
          <p:nvPr/>
        </p:nvSpPr>
        <p:spPr bwMode="auto">
          <a:xfrm>
            <a:off x="1981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26" name="Rectangle 70"/>
          <p:cNvSpPr>
            <a:spLocks noChangeArrowheads="1"/>
          </p:cNvSpPr>
          <p:nvPr/>
        </p:nvSpPr>
        <p:spPr bwMode="auto">
          <a:xfrm>
            <a:off x="2362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27" name="Rectangle 71"/>
          <p:cNvSpPr>
            <a:spLocks noChangeArrowheads="1"/>
          </p:cNvSpPr>
          <p:nvPr/>
        </p:nvSpPr>
        <p:spPr bwMode="auto">
          <a:xfrm>
            <a:off x="2743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28" name="Rectangle 72"/>
          <p:cNvSpPr>
            <a:spLocks noChangeArrowheads="1"/>
          </p:cNvSpPr>
          <p:nvPr/>
        </p:nvSpPr>
        <p:spPr bwMode="auto">
          <a:xfrm>
            <a:off x="3124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29" name="Rectangle 73"/>
          <p:cNvSpPr>
            <a:spLocks noChangeArrowheads="1"/>
          </p:cNvSpPr>
          <p:nvPr/>
        </p:nvSpPr>
        <p:spPr bwMode="auto">
          <a:xfrm>
            <a:off x="3505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30" name="Rectangle 74"/>
          <p:cNvSpPr>
            <a:spLocks noChangeArrowheads="1"/>
          </p:cNvSpPr>
          <p:nvPr/>
        </p:nvSpPr>
        <p:spPr bwMode="auto">
          <a:xfrm>
            <a:off x="381000" y="4768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8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31" name="Rectangle 75"/>
          <p:cNvSpPr>
            <a:spLocks noChangeArrowheads="1"/>
          </p:cNvSpPr>
          <p:nvPr/>
        </p:nvSpPr>
        <p:spPr bwMode="auto">
          <a:xfrm>
            <a:off x="381000" y="2101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32" name="Rectangle 76"/>
          <p:cNvSpPr>
            <a:spLocks noChangeArrowheads="1"/>
          </p:cNvSpPr>
          <p:nvPr/>
        </p:nvSpPr>
        <p:spPr bwMode="auto">
          <a:xfrm>
            <a:off x="381000" y="2482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33" name="Rectangle 77"/>
          <p:cNvSpPr>
            <a:spLocks noChangeArrowheads="1"/>
          </p:cNvSpPr>
          <p:nvPr/>
        </p:nvSpPr>
        <p:spPr bwMode="auto">
          <a:xfrm>
            <a:off x="381000" y="2863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34" name="Rectangle 78"/>
          <p:cNvSpPr>
            <a:spLocks noChangeArrowheads="1"/>
          </p:cNvSpPr>
          <p:nvPr/>
        </p:nvSpPr>
        <p:spPr bwMode="auto">
          <a:xfrm>
            <a:off x="381000" y="3244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4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35" name="Rectangle 79"/>
          <p:cNvSpPr>
            <a:spLocks noChangeArrowheads="1"/>
          </p:cNvSpPr>
          <p:nvPr/>
        </p:nvSpPr>
        <p:spPr bwMode="auto">
          <a:xfrm>
            <a:off x="381000" y="3625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5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36" name="Rectangle 80"/>
          <p:cNvSpPr>
            <a:spLocks noChangeArrowheads="1"/>
          </p:cNvSpPr>
          <p:nvPr/>
        </p:nvSpPr>
        <p:spPr bwMode="auto">
          <a:xfrm>
            <a:off x="381000" y="4006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6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37" name="Rectangle 81"/>
          <p:cNvSpPr>
            <a:spLocks noChangeArrowheads="1"/>
          </p:cNvSpPr>
          <p:nvPr/>
        </p:nvSpPr>
        <p:spPr bwMode="auto">
          <a:xfrm>
            <a:off x="381000" y="4387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7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39" name="Rectangle 83"/>
          <p:cNvSpPr>
            <a:spLocks noChangeArrowheads="1"/>
          </p:cNvSpPr>
          <p:nvPr/>
        </p:nvSpPr>
        <p:spPr bwMode="auto">
          <a:xfrm>
            <a:off x="838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40" name="Rectangle 84"/>
          <p:cNvSpPr>
            <a:spLocks noChangeArrowheads="1"/>
          </p:cNvSpPr>
          <p:nvPr/>
        </p:nvSpPr>
        <p:spPr bwMode="auto">
          <a:xfrm>
            <a:off x="838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41" name="Rectangle 85"/>
          <p:cNvSpPr>
            <a:spLocks noChangeArrowheads="1"/>
          </p:cNvSpPr>
          <p:nvPr/>
        </p:nvSpPr>
        <p:spPr bwMode="auto">
          <a:xfrm>
            <a:off x="838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42" name="Rectangle 86"/>
          <p:cNvSpPr>
            <a:spLocks noChangeArrowheads="1"/>
          </p:cNvSpPr>
          <p:nvPr/>
        </p:nvSpPr>
        <p:spPr bwMode="auto">
          <a:xfrm>
            <a:off x="838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43" name="Rectangle 87"/>
          <p:cNvSpPr>
            <a:spLocks noChangeArrowheads="1"/>
          </p:cNvSpPr>
          <p:nvPr/>
        </p:nvSpPr>
        <p:spPr bwMode="auto">
          <a:xfrm>
            <a:off x="838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44" name="Rectangle 88"/>
          <p:cNvSpPr>
            <a:spLocks noChangeArrowheads="1"/>
          </p:cNvSpPr>
          <p:nvPr/>
        </p:nvSpPr>
        <p:spPr bwMode="auto">
          <a:xfrm>
            <a:off x="838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45" name="Rectangle 89"/>
          <p:cNvSpPr>
            <a:spLocks noChangeArrowheads="1"/>
          </p:cNvSpPr>
          <p:nvPr/>
        </p:nvSpPr>
        <p:spPr bwMode="auto">
          <a:xfrm>
            <a:off x="838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46" name="Rectangle 90"/>
          <p:cNvSpPr>
            <a:spLocks noChangeArrowheads="1"/>
          </p:cNvSpPr>
          <p:nvPr/>
        </p:nvSpPr>
        <p:spPr bwMode="auto">
          <a:xfrm>
            <a:off x="838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47" name="Rectangle 91"/>
          <p:cNvSpPr>
            <a:spLocks noChangeArrowheads="1"/>
          </p:cNvSpPr>
          <p:nvPr/>
        </p:nvSpPr>
        <p:spPr bwMode="auto">
          <a:xfrm>
            <a:off x="838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48" name="Rectangle 92"/>
          <p:cNvSpPr>
            <a:spLocks noChangeArrowheads="1"/>
          </p:cNvSpPr>
          <p:nvPr/>
        </p:nvSpPr>
        <p:spPr bwMode="auto">
          <a:xfrm>
            <a:off x="381000" y="5149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49" name="Rectangle 93"/>
          <p:cNvSpPr>
            <a:spLocks noChangeArrowheads="1"/>
          </p:cNvSpPr>
          <p:nvPr/>
        </p:nvSpPr>
        <p:spPr bwMode="auto">
          <a:xfrm>
            <a:off x="4267200" y="2101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50" name="Rectangle 94"/>
          <p:cNvSpPr>
            <a:spLocks noChangeArrowheads="1"/>
          </p:cNvSpPr>
          <p:nvPr/>
        </p:nvSpPr>
        <p:spPr bwMode="auto">
          <a:xfrm>
            <a:off x="4267200" y="2482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51" name="Rectangle 95"/>
          <p:cNvSpPr>
            <a:spLocks noChangeArrowheads="1"/>
          </p:cNvSpPr>
          <p:nvPr/>
        </p:nvSpPr>
        <p:spPr bwMode="auto">
          <a:xfrm>
            <a:off x="4267200" y="2863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52" name="Rectangle 96"/>
          <p:cNvSpPr>
            <a:spLocks noChangeArrowheads="1"/>
          </p:cNvSpPr>
          <p:nvPr/>
        </p:nvSpPr>
        <p:spPr bwMode="auto">
          <a:xfrm>
            <a:off x="4267200" y="3244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53" name="Rectangle 97"/>
          <p:cNvSpPr>
            <a:spLocks noChangeArrowheads="1"/>
          </p:cNvSpPr>
          <p:nvPr/>
        </p:nvSpPr>
        <p:spPr bwMode="auto">
          <a:xfrm>
            <a:off x="4267200" y="3625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54" name="Rectangle 98"/>
          <p:cNvSpPr>
            <a:spLocks noChangeArrowheads="1"/>
          </p:cNvSpPr>
          <p:nvPr/>
        </p:nvSpPr>
        <p:spPr bwMode="auto">
          <a:xfrm>
            <a:off x="4267200" y="4006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55" name="Rectangle 99"/>
          <p:cNvSpPr>
            <a:spLocks noChangeArrowheads="1"/>
          </p:cNvSpPr>
          <p:nvPr/>
        </p:nvSpPr>
        <p:spPr bwMode="auto">
          <a:xfrm>
            <a:off x="4267200" y="4387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56" name="Rectangle 100"/>
          <p:cNvSpPr>
            <a:spLocks noChangeArrowheads="1"/>
          </p:cNvSpPr>
          <p:nvPr/>
        </p:nvSpPr>
        <p:spPr bwMode="auto">
          <a:xfrm>
            <a:off x="4267200" y="4768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57" name="Rectangle 101"/>
          <p:cNvSpPr>
            <a:spLocks noChangeArrowheads="1"/>
          </p:cNvSpPr>
          <p:nvPr/>
        </p:nvSpPr>
        <p:spPr bwMode="auto">
          <a:xfrm>
            <a:off x="4267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58" name="Rectangle 102"/>
          <p:cNvSpPr>
            <a:spLocks noChangeArrowheads="1"/>
          </p:cNvSpPr>
          <p:nvPr/>
        </p:nvSpPr>
        <p:spPr bwMode="auto">
          <a:xfrm>
            <a:off x="1600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59" name="Rectangle 103"/>
          <p:cNvSpPr>
            <a:spLocks noChangeArrowheads="1"/>
          </p:cNvSpPr>
          <p:nvPr/>
        </p:nvSpPr>
        <p:spPr bwMode="auto">
          <a:xfrm>
            <a:off x="1981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60" name="Rectangle 104"/>
          <p:cNvSpPr>
            <a:spLocks noChangeArrowheads="1"/>
          </p:cNvSpPr>
          <p:nvPr/>
        </p:nvSpPr>
        <p:spPr bwMode="auto">
          <a:xfrm>
            <a:off x="2362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61" name="Rectangle 105"/>
          <p:cNvSpPr>
            <a:spLocks noChangeArrowheads="1"/>
          </p:cNvSpPr>
          <p:nvPr/>
        </p:nvSpPr>
        <p:spPr bwMode="auto">
          <a:xfrm>
            <a:off x="2743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62" name="Rectangle 106"/>
          <p:cNvSpPr>
            <a:spLocks noChangeArrowheads="1"/>
          </p:cNvSpPr>
          <p:nvPr/>
        </p:nvSpPr>
        <p:spPr bwMode="auto">
          <a:xfrm>
            <a:off x="3124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63" name="Rectangle 107"/>
          <p:cNvSpPr>
            <a:spLocks noChangeArrowheads="1"/>
          </p:cNvSpPr>
          <p:nvPr/>
        </p:nvSpPr>
        <p:spPr bwMode="auto">
          <a:xfrm>
            <a:off x="3505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64" name="Rectangle 108"/>
          <p:cNvSpPr>
            <a:spLocks noChangeArrowheads="1"/>
          </p:cNvSpPr>
          <p:nvPr/>
        </p:nvSpPr>
        <p:spPr bwMode="auto">
          <a:xfrm>
            <a:off x="3886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65" name="Rectangle 109"/>
          <p:cNvSpPr>
            <a:spLocks noChangeArrowheads="1"/>
          </p:cNvSpPr>
          <p:nvPr/>
        </p:nvSpPr>
        <p:spPr bwMode="auto">
          <a:xfrm>
            <a:off x="1219200" y="5149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66" name="Rectangle 110"/>
          <p:cNvSpPr>
            <a:spLocks noChangeArrowheads="1"/>
          </p:cNvSpPr>
          <p:nvPr/>
        </p:nvSpPr>
        <p:spPr bwMode="auto">
          <a:xfrm>
            <a:off x="838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67" name="Rectangle 111"/>
          <p:cNvSpPr>
            <a:spLocks noChangeArrowheads="1"/>
          </p:cNvSpPr>
          <p:nvPr/>
        </p:nvSpPr>
        <p:spPr bwMode="auto">
          <a:xfrm>
            <a:off x="4267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68" name="Rectangle 112"/>
          <p:cNvSpPr>
            <a:spLocks noChangeArrowheads="1"/>
          </p:cNvSpPr>
          <p:nvPr/>
        </p:nvSpPr>
        <p:spPr bwMode="auto">
          <a:xfrm>
            <a:off x="1600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69" name="Rectangle 113"/>
          <p:cNvSpPr>
            <a:spLocks noChangeArrowheads="1"/>
          </p:cNvSpPr>
          <p:nvPr/>
        </p:nvSpPr>
        <p:spPr bwMode="auto">
          <a:xfrm>
            <a:off x="1981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70" name="Rectangle 114"/>
          <p:cNvSpPr>
            <a:spLocks noChangeArrowheads="1"/>
          </p:cNvSpPr>
          <p:nvPr/>
        </p:nvSpPr>
        <p:spPr bwMode="auto">
          <a:xfrm>
            <a:off x="2362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71" name="Rectangle 115"/>
          <p:cNvSpPr>
            <a:spLocks noChangeArrowheads="1"/>
          </p:cNvSpPr>
          <p:nvPr/>
        </p:nvSpPr>
        <p:spPr bwMode="auto">
          <a:xfrm>
            <a:off x="2743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72" name="Rectangle 116"/>
          <p:cNvSpPr>
            <a:spLocks noChangeArrowheads="1"/>
          </p:cNvSpPr>
          <p:nvPr/>
        </p:nvSpPr>
        <p:spPr bwMode="auto">
          <a:xfrm>
            <a:off x="3124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73" name="Rectangle 117"/>
          <p:cNvSpPr>
            <a:spLocks noChangeArrowheads="1"/>
          </p:cNvSpPr>
          <p:nvPr/>
        </p:nvSpPr>
        <p:spPr bwMode="auto">
          <a:xfrm>
            <a:off x="3505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74" name="Rectangle 118"/>
          <p:cNvSpPr>
            <a:spLocks noChangeArrowheads="1"/>
          </p:cNvSpPr>
          <p:nvPr/>
        </p:nvSpPr>
        <p:spPr bwMode="auto">
          <a:xfrm>
            <a:off x="3886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75" name="Rectangle 119"/>
          <p:cNvSpPr>
            <a:spLocks noChangeArrowheads="1"/>
          </p:cNvSpPr>
          <p:nvPr/>
        </p:nvSpPr>
        <p:spPr bwMode="auto">
          <a:xfrm>
            <a:off x="1219200" y="1720850"/>
            <a:ext cx="381000" cy="38100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76" name="Rectangle 120"/>
          <p:cNvSpPr>
            <a:spLocks noChangeArrowheads="1"/>
          </p:cNvSpPr>
          <p:nvPr/>
        </p:nvSpPr>
        <p:spPr bwMode="auto">
          <a:xfrm>
            <a:off x="838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77" name="Rectangle 121"/>
          <p:cNvSpPr>
            <a:spLocks noChangeArrowheads="1"/>
          </p:cNvSpPr>
          <p:nvPr/>
        </p:nvSpPr>
        <p:spPr bwMode="auto">
          <a:xfrm>
            <a:off x="4267200" y="12636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9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78" name="Rectangle 122"/>
          <p:cNvSpPr>
            <a:spLocks noChangeArrowheads="1"/>
          </p:cNvSpPr>
          <p:nvPr/>
        </p:nvSpPr>
        <p:spPr bwMode="auto">
          <a:xfrm>
            <a:off x="381000" y="172085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pic>
        <p:nvPicPr>
          <p:cNvPr id="96379" name="Picture 12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01850"/>
            <a:ext cx="381000" cy="381000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380" name="Text Box 124"/>
          <p:cNvSpPr txBox="1">
            <a:spLocks noChangeArrowheads="1"/>
          </p:cNvSpPr>
          <p:nvPr/>
        </p:nvSpPr>
        <p:spPr bwMode="auto">
          <a:xfrm>
            <a:off x="5334000" y="2098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latin typeface="Tahoma" panose="020B0604030504040204" pitchFamily="34" charset="0"/>
              </a:rPr>
              <a:t>(4,5)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96381" name="Line 125"/>
          <p:cNvSpPr>
            <a:spLocks noChangeShapeType="1"/>
          </p:cNvSpPr>
          <p:nvPr/>
        </p:nvSpPr>
        <p:spPr bwMode="auto">
          <a:xfrm>
            <a:off x="5334000" y="1946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382" name="Line 126"/>
          <p:cNvSpPr>
            <a:spLocks noChangeShapeType="1"/>
          </p:cNvSpPr>
          <p:nvPr/>
        </p:nvSpPr>
        <p:spPr bwMode="auto">
          <a:xfrm>
            <a:off x="5334000" y="2708275"/>
            <a:ext cx="34290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383" name="AutoShape 127"/>
          <p:cNvSpPr>
            <a:spLocks noChangeArrowheads="1"/>
          </p:cNvSpPr>
          <p:nvPr/>
        </p:nvSpPr>
        <p:spPr bwMode="auto">
          <a:xfrm>
            <a:off x="4800600" y="727075"/>
            <a:ext cx="1143000" cy="1600200"/>
          </a:xfrm>
          <a:custGeom>
            <a:avLst/>
            <a:gdLst>
              <a:gd name="T0" fmla="*/ 310885 w 21600"/>
              <a:gd name="T1" fmla="*/ 1512189 h 21600"/>
              <a:gd name="T2" fmla="*/ 539380 w 21600"/>
              <a:gd name="T3" fmla="*/ 1511819 h 21600"/>
              <a:gd name="T4" fmla="*/ 367506 w 21600"/>
              <a:gd name="T5" fmla="*/ 1357429 h 21600"/>
              <a:gd name="T6" fmla="*/ 19156 w 21600"/>
              <a:gd name="T7" fmla="*/ 1434327 h 21600"/>
              <a:gd name="T8" fmla="*/ 47572 w 21600"/>
              <a:gd name="T9" fmla="*/ 1030499 h 21600"/>
              <a:gd name="T10" fmla="*/ 336074 w 21600"/>
              <a:gd name="T11" fmla="*/ 107035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4264" y="16160"/>
                </a:moveTo>
                <a:cubicBezTo>
                  <a:pt x="5751" y="17974"/>
                  <a:pt x="7926" y="19088"/>
                  <a:pt x="10267" y="19236"/>
                </a:cubicBezTo>
                <a:lnTo>
                  <a:pt x="10119" y="21578"/>
                </a:lnTo>
                <a:cubicBezTo>
                  <a:pt x="7128" y="21389"/>
                  <a:pt x="4350" y="19966"/>
                  <a:pt x="2449" y="17649"/>
                </a:cubicBezTo>
                <a:lnTo>
                  <a:pt x="362" y="19361"/>
                </a:lnTo>
                <a:lnTo>
                  <a:pt x="899" y="13910"/>
                </a:lnTo>
                <a:lnTo>
                  <a:pt x="6351" y="14448"/>
                </a:lnTo>
                <a:lnTo>
                  <a:pt x="4264" y="16160"/>
                </a:lnTo>
                <a:close/>
              </a:path>
            </a:pathLst>
          </a:custGeom>
          <a:solidFill>
            <a:schemeClr val="folHlink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84" name="AutoShape 128"/>
          <p:cNvSpPr>
            <a:spLocks noChangeArrowheads="1"/>
          </p:cNvSpPr>
          <p:nvPr/>
        </p:nvSpPr>
        <p:spPr bwMode="auto">
          <a:xfrm>
            <a:off x="8305800" y="1489075"/>
            <a:ext cx="762000" cy="838200"/>
          </a:xfrm>
          <a:custGeom>
            <a:avLst/>
            <a:gdLst>
              <a:gd name="T0" fmla="*/ 732331 w 21600"/>
              <a:gd name="T1" fmla="*/ 581230 h 21600"/>
              <a:gd name="T2" fmla="*/ 578485 w 21600"/>
              <a:gd name="T3" fmla="*/ 192708 h 21600"/>
              <a:gd name="T4" fmla="*/ 555660 w 21600"/>
              <a:gd name="T5" fmla="*/ 499699 h 21600"/>
              <a:gd name="T6" fmla="*/ 366889 w 21600"/>
              <a:gd name="T7" fmla="*/ 942742 h 21600"/>
              <a:gd name="T8" fmla="*/ 181575 w 21600"/>
              <a:gd name="T9" fmla="*/ 726479 h 21600"/>
              <a:gd name="T10" fmla="*/ 378178 w 21600"/>
              <a:gd name="T11" fmla="*/ 52263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641" y="16167"/>
                </a:moveTo>
                <a:cubicBezTo>
                  <a:pt x="10693" y="16169"/>
                  <a:pt x="10746" y="16170"/>
                  <a:pt x="10800" y="16170"/>
                </a:cubicBezTo>
                <a:cubicBezTo>
                  <a:pt x="13765" y="16170"/>
                  <a:pt x="16170" y="13765"/>
                  <a:pt x="16170" y="10800"/>
                </a:cubicBezTo>
                <a:cubicBezTo>
                  <a:pt x="16170" y="9337"/>
                  <a:pt x="15573" y="7938"/>
                  <a:pt x="14518" y="6925"/>
                </a:cubicBezTo>
                <a:lnTo>
                  <a:pt x="18278" y="3008"/>
                </a:lnTo>
                <a:cubicBezTo>
                  <a:pt x="20400" y="5044"/>
                  <a:pt x="21600" y="7858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693" y="21600"/>
                  <a:pt x="10586" y="21598"/>
                  <a:pt x="10480" y="21595"/>
                </a:cubicBezTo>
                <a:lnTo>
                  <a:pt x="10400" y="24294"/>
                </a:lnTo>
                <a:lnTo>
                  <a:pt x="5147" y="18721"/>
                </a:lnTo>
                <a:lnTo>
                  <a:pt x="10720" y="13468"/>
                </a:lnTo>
                <a:lnTo>
                  <a:pt x="10641" y="16167"/>
                </a:lnTo>
                <a:close/>
              </a:path>
            </a:pathLst>
          </a:cu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385" name="Text Box 129"/>
          <p:cNvSpPr txBox="1">
            <a:spLocks noChangeArrowheads="1"/>
          </p:cNvSpPr>
          <p:nvPr/>
        </p:nvSpPr>
        <p:spPr bwMode="auto">
          <a:xfrm>
            <a:off x="6156325" y="20605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780" rIns="177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accent2"/>
                </a:solidFill>
                <a:latin typeface="Tahoma" panose="020B0604030504040204" pitchFamily="34" charset="0"/>
              </a:rPr>
              <a:t>(5,8)</a:t>
            </a:r>
            <a:endParaRPr lang="en-US" altLang="zh-CN" sz="240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96386" name="AutoShape 130"/>
          <p:cNvSpPr>
            <a:spLocks noChangeArrowheads="1"/>
          </p:cNvSpPr>
          <p:nvPr/>
        </p:nvSpPr>
        <p:spPr bwMode="auto">
          <a:xfrm>
            <a:off x="6011863" y="3357563"/>
            <a:ext cx="2160537" cy="792162"/>
          </a:xfrm>
          <a:prstGeom prst="wedgeEllipseCallout">
            <a:avLst>
              <a:gd name="adj1" fmla="val -19056"/>
              <a:gd name="adj2" fmla="val -157417"/>
            </a:avLst>
          </a:prstGeom>
          <a:noFill/>
          <a:ln w="28575" cmpd="sng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dirty="0"/>
              <a:t>Find the exit. Stop!</a:t>
            </a:r>
            <a:endParaRPr lang="zh-CN" altLang="en-US" dirty="0"/>
          </a:p>
        </p:txBody>
      </p:sp>
      <p:sp>
        <p:nvSpPr>
          <p:cNvPr id="131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86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051720" y="1556792"/>
            <a:ext cx="4267200" cy="4267200"/>
            <a:chOff x="1714500" y="1438275"/>
            <a:chExt cx="4267200" cy="4267200"/>
          </a:xfrm>
        </p:grpSpPr>
        <p:sp>
          <p:nvSpPr>
            <p:cNvPr id="97282" name="Rectangle 2"/>
            <p:cNvSpPr>
              <a:spLocks noChangeArrowheads="1"/>
            </p:cNvSpPr>
            <p:nvPr/>
          </p:nvSpPr>
          <p:spPr bwMode="auto">
            <a:xfrm>
              <a:off x="2552700" y="2276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283" name="Rectangle 3"/>
            <p:cNvSpPr>
              <a:spLocks noChangeArrowheads="1"/>
            </p:cNvSpPr>
            <p:nvPr/>
          </p:nvSpPr>
          <p:spPr bwMode="auto">
            <a:xfrm>
              <a:off x="2933700" y="2276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284" name="Rectangle 4"/>
            <p:cNvSpPr>
              <a:spLocks noChangeArrowheads="1"/>
            </p:cNvSpPr>
            <p:nvPr/>
          </p:nvSpPr>
          <p:spPr bwMode="auto">
            <a:xfrm>
              <a:off x="3314700" y="2276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285" name="Rectangle 5"/>
            <p:cNvSpPr>
              <a:spLocks noChangeArrowheads="1"/>
            </p:cNvSpPr>
            <p:nvPr/>
          </p:nvSpPr>
          <p:spPr bwMode="auto">
            <a:xfrm>
              <a:off x="3695700" y="2276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7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286" name="Rectangle 6"/>
            <p:cNvSpPr>
              <a:spLocks noChangeArrowheads="1"/>
            </p:cNvSpPr>
            <p:nvPr/>
          </p:nvSpPr>
          <p:spPr bwMode="auto">
            <a:xfrm>
              <a:off x="4076700" y="2276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8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287" name="Rectangle 7"/>
            <p:cNvSpPr>
              <a:spLocks noChangeArrowheads="1"/>
            </p:cNvSpPr>
            <p:nvPr/>
          </p:nvSpPr>
          <p:spPr bwMode="auto">
            <a:xfrm>
              <a:off x="4457700" y="2276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9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288" name="Rectangle 8"/>
            <p:cNvSpPr>
              <a:spLocks noChangeArrowheads="1"/>
            </p:cNvSpPr>
            <p:nvPr/>
          </p:nvSpPr>
          <p:spPr bwMode="auto">
            <a:xfrm>
              <a:off x="4838700" y="2276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289" name="Rectangle 9"/>
            <p:cNvSpPr>
              <a:spLocks noChangeArrowheads="1"/>
            </p:cNvSpPr>
            <p:nvPr/>
          </p:nvSpPr>
          <p:spPr bwMode="auto">
            <a:xfrm>
              <a:off x="5219700" y="2276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290" name="Rectangle 10"/>
            <p:cNvSpPr>
              <a:spLocks noChangeArrowheads="1"/>
            </p:cNvSpPr>
            <p:nvPr/>
          </p:nvSpPr>
          <p:spPr bwMode="auto">
            <a:xfrm>
              <a:off x="2552700" y="2657475"/>
              <a:ext cx="381000" cy="381000"/>
            </a:xfrm>
            <a:prstGeom prst="rect">
              <a:avLst/>
            </a:prstGeom>
            <a:solidFill>
              <a:srgbClr val="FFFF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291" name="Rectangle 11"/>
            <p:cNvSpPr>
              <a:spLocks noChangeArrowheads="1"/>
            </p:cNvSpPr>
            <p:nvPr/>
          </p:nvSpPr>
          <p:spPr bwMode="auto">
            <a:xfrm>
              <a:off x="2933700" y="2657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2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292" name="Rectangle 12"/>
            <p:cNvSpPr>
              <a:spLocks noChangeArrowheads="1"/>
            </p:cNvSpPr>
            <p:nvPr/>
          </p:nvSpPr>
          <p:spPr bwMode="auto">
            <a:xfrm>
              <a:off x="3314700" y="2657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293" name="Rectangle 13"/>
            <p:cNvSpPr>
              <a:spLocks noChangeArrowheads="1"/>
            </p:cNvSpPr>
            <p:nvPr/>
          </p:nvSpPr>
          <p:spPr bwMode="auto">
            <a:xfrm>
              <a:off x="3695700" y="2657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6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294" name="Rectangle 14"/>
            <p:cNvSpPr>
              <a:spLocks noChangeArrowheads="1"/>
            </p:cNvSpPr>
            <p:nvPr/>
          </p:nvSpPr>
          <p:spPr bwMode="auto">
            <a:xfrm>
              <a:off x="4076700" y="2657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7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295" name="Rectangle 15"/>
            <p:cNvSpPr>
              <a:spLocks noChangeArrowheads="1"/>
            </p:cNvSpPr>
            <p:nvPr/>
          </p:nvSpPr>
          <p:spPr bwMode="auto">
            <a:xfrm>
              <a:off x="4457700" y="2657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8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296" name="Rectangle 16"/>
            <p:cNvSpPr>
              <a:spLocks noChangeArrowheads="1"/>
            </p:cNvSpPr>
            <p:nvPr/>
          </p:nvSpPr>
          <p:spPr bwMode="auto">
            <a:xfrm>
              <a:off x="4838700" y="2657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297" name="Rectangle 17"/>
            <p:cNvSpPr>
              <a:spLocks noChangeArrowheads="1"/>
            </p:cNvSpPr>
            <p:nvPr/>
          </p:nvSpPr>
          <p:spPr bwMode="auto">
            <a:xfrm>
              <a:off x="5219700" y="2657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298" name="Rectangle 18"/>
            <p:cNvSpPr>
              <a:spLocks noChangeArrowheads="1"/>
            </p:cNvSpPr>
            <p:nvPr/>
          </p:nvSpPr>
          <p:spPr bwMode="auto">
            <a:xfrm>
              <a:off x="2552700" y="3038475"/>
              <a:ext cx="381000" cy="381000"/>
            </a:xfrm>
            <a:prstGeom prst="rect">
              <a:avLst/>
            </a:prstGeom>
            <a:solidFill>
              <a:srgbClr val="FFFF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2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299" name="Rectangle 19"/>
            <p:cNvSpPr>
              <a:spLocks noChangeArrowheads="1"/>
            </p:cNvSpPr>
            <p:nvPr/>
          </p:nvSpPr>
          <p:spPr bwMode="auto">
            <a:xfrm>
              <a:off x="2933700" y="3038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3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00" name="Rectangle 20"/>
            <p:cNvSpPr>
              <a:spLocks noChangeArrowheads="1"/>
            </p:cNvSpPr>
            <p:nvPr/>
          </p:nvSpPr>
          <p:spPr bwMode="auto">
            <a:xfrm>
              <a:off x="3314700" y="3038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4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01" name="Rectangle 21"/>
            <p:cNvSpPr>
              <a:spLocks noChangeArrowheads="1"/>
            </p:cNvSpPr>
            <p:nvPr/>
          </p:nvSpPr>
          <p:spPr bwMode="auto">
            <a:xfrm>
              <a:off x="3695700" y="3038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5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02" name="Rectangle 22"/>
            <p:cNvSpPr>
              <a:spLocks noChangeArrowheads="1"/>
            </p:cNvSpPr>
            <p:nvPr/>
          </p:nvSpPr>
          <p:spPr bwMode="auto">
            <a:xfrm>
              <a:off x="4076700" y="3038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03" name="Rectangle 23"/>
            <p:cNvSpPr>
              <a:spLocks noChangeArrowheads="1"/>
            </p:cNvSpPr>
            <p:nvPr/>
          </p:nvSpPr>
          <p:spPr bwMode="auto">
            <a:xfrm>
              <a:off x="4457700" y="3038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04" name="Rectangle 24"/>
            <p:cNvSpPr>
              <a:spLocks noChangeArrowheads="1"/>
            </p:cNvSpPr>
            <p:nvPr/>
          </p:nvSpPr>
          <p:spPr bwMode="auto">
            <a:xfrm>
              <a:off x="4838700" y="3038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7305" name="Rectangle 25"/>
            <p:cNvSpPr>
              <a:spLocks noChangeArrowheads="1"/>
            </p:cNvSpPr>
            <p:nvPr/>
          </p:nvSpPr>
          <p:spPr bwMode="auto">
            <a:xfrm>
              <a:off x="5219700" y="3038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06" name="Rectangle 26"/>
            <p:cNvSpPr>
              <a:spLocks noChangeArrowheads="1"/>
            </p:cNvSpPr>
            <p:nvPr/>
          </p:nvSpPr>
          <p:spPr bwMode="auto">
            <a:xfrm>
              <a:off x="2552700" y="3419475"/>
              <a:ext cx="381000" cy="381000"/>
            </a:xfrm>
            <a:prstGeom prst="rect">
              <a:avLst/>
            </a:prstGeom>
            <a:solidFill>
              <a:srgbClr val="FFFF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3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07" name="Rectangle 27"/>
            <p:cNvSpPr>
              <a:spLocks noChangeArrowheads="1"/>
            </p:cNvSpPr>
            <p:nvPr/>
          </p:nvSpPr>
          <p:spPr bwMode="auto">
            <a:xfrm>
              <a:off x="2933700" y="3419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08" name="Rectangle 28"/>
            <p:cNvSpPr>
              <a:spLocks noChangeArrowheads="1"/>
            </p:cNvSpPr>
            <p:nvPr/>
          </p:nvSpPr>
          <p:spPr bwMode="auto">
            <a:xfrm>
              <a:off x="3314700" y="3419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09" name="Rectangle 29"/>
            <p:cNvSpPr>
              <a:spLocks noChangeArrowheads="1"/>
            </p:cNvSpPr>
            <p:nvPr/>
          </p:nvSpPr>
          <p:spPr bwMode="auto">
            <a:xfrm>
              <a:off x="3695700" y="3419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10" name="Rectangle 30"/>
            <p:cNvSpPr>
              <a:spLocks noChangeArrowheads="1"/>
            </p:cNvSpPr>
            <p:nvPr/>
          </p:nvSpPr>
          <p:spPr bwMode="auto">
            <a:xfrm>
              <a:off x="4076700" y="3419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11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11" name="Rectangle 31"/>
            <p:cNvSpPr>
              <a:spLocks noChangeArrowheads="1"/>
            </p:cNvSpPr>
            <p:nvPr/>
          </p:nvSpPr>
          <p:spPr bwMode="auto">
            <a:xfrm>
              <a:off x="4457700" y="3419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12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12" name="Rectangle 32"/>
            <p:cNvSpPr>
              <a:spLocks noChangeArrowheads="1"/>
            </p:cNvSpPr>
            <p:nvPr/>
          </p:nvSpPr>
          <p:spPr bwMode="auto">
            <a:xfrm>
              <a:off x="4838700" y="3419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7313" name="Rectangle 33"/>
            <p:cNvSpPr>
              <a:spLocks noChangeArrowheads="1"/>
            </p:cNvSpPr>
            <p:nvPr/>
          </p:nvSpPr>
          <p:spPr bwMode="auto">
            <a:xfrm>
              <a:off x="5219700" y="3419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7314" name="Rectangle 34"/>
            <p:cNvSpPr>
              <a:spLocks noChangeArrowheads="1"/>
            </p:cNvSpPr>
            <p:nvPr/>
          </p:nvSpPr>
          <p:spPr bwMode="auto">
            <a:xfrm>
              <a:off x="2552700" y="3800475"/>
              <a:ext cx="381000" cy="381000"/>
            </a:xfrm>
            <a:prstGeom prst="rect">
              <a:avLst/>
            </a:prstGeom>
            <a:solidFill>
              <a:srgbClr val="FFFF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4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15" name="Rectangle 35"/>
            <p:cNvSpPr>
              <a:spLocks noChangeArrowheads="1"/>
            </p:cNvSpPr>
            <p:nvPr/>
          </p:nvSpPr>
          <p:spPr bwMode="auto">
            <a:xfrm>
              <a:off x="2933700" y="3800475"/>
              <a:ext cx="381000" cy="381000"/>
            </a:xfrm>
            <a:prstGeom prst="rect">
              <a:avLst/>
            </a:prstGeom>
            <a:solidFill>
              <a:srgbClr val="FFFF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5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16" name="Rectangle 36"/>
            <p:cNvSpPr>
              <a:spLocks noChangeArrowheads="1"/>
            </p:cNvSpPr>
            <p:nvPr/>
          </p:nvSpPr>
          <p:spPr bwMode="auto">
            <a:xfrm>
              <a:off x="3314700" y="3800475"/>
              <a:ext cx="381000" cy="381000"/>
            </a:xfrm>
            <a:prstGeom prst="rect">
              <a:avLst/>
            </a:prstGeom>
            <a:solidFill>
              <a:srgbClr val="FFFF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6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17" name="Rectangle 37"/>
            <p:cNvSpPr>
              <a:spLocks noChangeArrowheads="1"/>
            </p:cNvSpPr>
            <p:nvPr/>
          </p:nvSpPr>
          <p:spPr bwMode="auto">
            <a:xfrm>
              <a:off x="3695700" y="3800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18" name="Rectangle 38"/>
            <p:cNvSpPr>
              <a:spLocks noChangeArrowheads="1"/>
            </p:cNvSpPr>
            <p:nvPr/>
          </p:nvSpPr>
          <p:spPr bwMode="auto">
            <a:xfrm>
              <a:off x="4076700" y="3800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7319" name="Rectangle 39"/>
            <p:cNvSpPr>
              <a:spLocks noChangeArrowheads="1"/>
            </p:cNvSpPr>
            <p:nvPr/>
          </p:nvSpPr>
          <p:spPr bwMode="auto">
            <a:xfrm>
              <a:off x="5219700" y="3800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7320" name="Rectangle 40"/>
            <p:cNvSpPr>
              <a:spLocks noChangeArrowheads="1"/>
            </p:cNvSpPr>
            <p:nvPr/>
          </p:nvSpPr>
          <p:spPr bwMode="auto">
            <a:xfrm>
              <a:off x="2552700" y="4181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5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21" name="Rectangle 41"/>
            <p:cNvSpPr>
              <a:spLocks noChangeArrowheads="1"/>
            </p:cNvSpPr>
            <p:nvPr/>
          </p:nvSpPr>
          <p:spPr bwMode="auto">
            <a:xfrm>
              <a:off x="2933700" y="4181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22" name="Rectangle 42"/>
            <p:cNvSpPr>
              <a:spLocks noChangeArrowheads="1"/>
            </p:cNvSpPr>
            <p:nvPr/>
          </p:nvSpPr>
          <p:spPr bwMode="auto">
            <a:xfrm>
              <a:off x="3314700" y="4181475"/>
              <a:ext cx="381000" cy="381000"/>
            </a:xfrm>
            <a:prstGeom prst="rect">
              <a:avLst/>
            </a:prstGeom>
            <a:solidFill>
              <a:srgbClr val="FFFF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7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23" name="Rectangle 43"/>
            <p:cNvSpPr>
              <a:spLocks noChangeArrowheads="1"/>
            </p:cNvSpPr>
            <p:nvPr/>
          </p:nvSpPr>
          <p:spPr bwMode="auto">
            <a:xfrm>
              <a:off x="3695700" y="4181475"/>
              <a:ext cx="381000" cy="381000"/>
            </a:xfrm>
            <a:prstGeom prst="rect">
              <a:avLst/>
            </a:prstGeom>
            <a:solidFill>
              <a:srgbClr val="FFFF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8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24" name="Rectangle 44"/>
            <p:cNvSpPr>
              <a:spLocks noChangeArrowheads="1"/>
            </p:cNvSpPr>
            <p:nvPr/>
          </p:nvSpPr>
          <p:spPr bwMode="auto">
            <a:xfrm>
              <a:off x="4076700" y="4181475"/>
              <a:ext cx="381000" cy="381000"/>
            </a:xfrm>
            <a:prstGeom prst="rect">
              <a:avLst/>
            </a:prstGeom>
            <a:solidFill>
              <a:srgbClr val="FFFF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9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25" name="Rectangle 45"/>
            <p:cNvSpPr>
              <a:spLocks noChangeArrowheads="1"/>
            </p:cNvSpPr>
            <p:nvPr/>
          </p:nvSpPr>
          <p:spPr bwMode="auto">
            <a:xfrm>
              <a:off x="4457700" y="4181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26" name="Rectangle 46"/>
            <p:cNvSpPr>
              <a:spLocks noChangeArrowheads="1"/>
            </p:cNvSpPr>
            <p:nvPr/>
          </p:nvSpPr>
          <p:spPr bwMode="auto">
            <a:xfrm>
              <a:off x="4838700" y="4181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7327" name="Rectangle 47"/>
            <p:cNvSpPr>
              <a:spLocks noChangeArrowheads="1"/>
            </p:cNvSpPr>
            <p:nvPr/>
          </p:nvSpPr>
          <p:spPr bwMode="auto">
            <a:xfrm>
              <a:off x="5219700" y="4181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7328" name="Rectangle 48"/>
            <p:cNvSpPr>
              <a:spLocks noChangeArrowheads="1"/>
            </p:cNvSpPr>
            <p:nvPr/>
          </p:nvSpPr>
          <p:spPr bwMode="auto">
            <a:xfrm>
              <a:off x="2552700" y="4562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6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29" name="Rectangle 49"/>
            <p:cNvSpPr>
              <a:spLocks noChangeArrowheads="1"/>
            </p:cNvSpPr>
            <p:nvPr/>
          </p:nvSpPr>
          <p:spPr bwMode="auto">
            <a:xfrm>
              <a:off x="2933700" y="4562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30" name="Rectangle 50"/>
            <p:cNvSpPr>
              <a:spLocks noChangeArrowheads="1"/>
            </p:cNvSpPr>
            <p:nvPr/>
          </p:nvSpPr>
          <p:spPr bwMode="auto">
            <a:xfrm>
              <a:off x="3314700" y="4562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31" name="Rectangle 51"/>
            <p:cNvSpPr>
              <a:spLocks noChangeArrowheads="1"/>
            </p:cNvSpPr>
            <p:nvPr/>
          </p:nvSpPr>
          <p:spPr bwMode="auto">
            <a:xfrm>
              <a:off x="3695700" y="4562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32" name="Rectangle 52"/>
            <p:cNvSpPr>
              <a:spLocks noChangeArrowheads="1"/>
            </p:cNvSpPr>
            <p:nvPr/>
          </p:nvSpPr>
          <p:spPr bwMode="auto">
            <a:xfrm>
              <a:off x="4076700" y="3798888"/>
              <a:ext cx="381000" cy="381000"/>
            </a:xfrm>
            <a:prstGeom prst="rect">
              <a:avLst/>
            </a:prstGeom>
            <a:solidFill>
              <a:srgbClr val="FFFF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10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33" name="Rectangle 53"/>
            <p:cNvSpPr>
              <a:spLocks noChangeArrowheads="1"/>
            </p:cNvSpPr>
            <p:nvPr/>
          </p:nvSpPr>
          <p:spPr bwMode="auto">
            <a:xfrm>
              <a:off x="4457700" y="4562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34" name="Rectangle 54"/>
            <p:cNvSpPr>
              <a:spLocks noChangeArrowheads="1"/>
            </p:cNvSpPr>
            <p:nvPr/>
          </p:nvSpPr>
          <p:spPr bwMode="auto">
            <a:xfrm>
              <a:off x="4838700" y="4562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35" name="Rectangle 55"/>
            <p:cNvSpPr>
              <a:spLocks noChangeArrowheads="1"/>
            </p:cNvSpPr>
            <p:nvPr/>
          </p:nvSpPr>
          <p:spPr bwMode="auto">
            <a:xfrm>
              <a:off x="5219700" y="4562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36" name="Rectangle 56"/>
            <p:cNvSpPr>
              <a:spLocks noChangeArrowheads="1"/>
            </p:cNvSpPr>
            <p:nvPr/>
          </p:nvSpPr>
          <p:spPr bwMode="auto">
            <a:xfrm>
              <a:off x="2552700" y="4943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37" name="Rectangle 57"/>
            <p:cNvSpPr>
              <a:spLocks noChangeArrowheads="1"/>
            </p:cNvSpPr>
            <p:nvPr/>
          </p:nvSpPr>
          <p:spPr bwMode="auto">
            <a:xfrm>
              <a:off x="2933700" y="4943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38" name="Rectangle 58"/>
            <p:cNvSpPr>
              <a:spLocks noChangeArrowheads="1"/>
            </p:cNvSpPr>
            <p:nvPr/>
          </p:nvSpPr>
          <p:spPr bwMode="auto">
            <a:xfrm>
              <a:off x="3314700" y="4943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7339" name="Rectangle 59"/>
            <p:cNvSpPr>
              <a:spLocks noChangeArrowheads="1"/>
            </p:cNvSpPr>
            <p:nvPr/>
          </p:nvSpPr>
          <p:spPr bwMode="auto">
            <a:xfrm>
              <a:off x="3695700" y="4943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12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40" name="Rectangle 60"/>
            <p:cNvSpPr>
              <a:spLocks noChangeArrowheads="1"/>
            </p:cNvSpPr>
            <p:nvPr/>
          </p:nvSpPr>
          <p:spPr bwMode="auto">
            <a:xfrm>
              <a:off x="4459288" y="3805238"/>
              <a:ext cx="381000" cy="381000"/>
            </a:xfrm>
            <a:prstGeom prst="rect">
              <a:avLst/>
            </a:prstGeom>
            <a:solidFill>
              <a:srgbClr val="FFFF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11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41" name="Rectangle 61"/>
            <p:cNvSpPr>
              <a:spLocks noChangeArrowheads="1"/>
            </p:cNvSpPr>
            <p:nvPr/>
          </p:nvSpPr>
          <p:spPr bwMode="auto">
            <a:xfrm>
              <a:off x="4457700" y="4943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12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342" name="Rectangle 62"/>
            <p:cNvSpPr>
              <a:spLocks noChangeArrowheads="1"/>
            </p:cNvSpPr>
            <p:nvPr/>
          </p:nvSpPr>
          <p:spPr bwMode="auto">
            <a:xfrm>
              <a:off x="5219700" y="14382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8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43" name="Rectangle 63"/>
            <p:cNvSpPr>
              <a:spLocks noChangeArrowheads="1"/>
            </p:cNvSpPr>
            <p:nvPr/>
          </p:nvSpPr>
          <p:spPr bwMode="auto">
            <a:xfrm>
              <a:off x="2552700" y="14382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1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44" name="Rectangle 64"/>
            <p:cNvSpPr>
              <a:spLocks noChangeArrowheads="1"/>
            </p:cNvSpPr>
            <p:nvPr/>
          </p:nvSpPr>
          <p:spPr bwMode="auto">
            <a:xfrm>
              <a:off x="2933700" y="14382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2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45" name="Rectangle 65"/>
            <p:cNvSpPr>
              <a:spLocks noChangeArrowheads="1"/>
            </p:cNvSpPr>
            <p:nvPr/>
          </p:nvSpPr>
          <p:spPr bwMode="auto">
            <a:xfrm>
              <a:off x="3314700" y="14382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3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46" name="Rectangle 66"/>
            <p:cNvSpPr>
              <a:spLocks noChangeArrowheads="1"/>
            </p:cNvSpPr>
            <p:nvPr/>
          </p:nvSpPr>
          <p:spPr bwMode="auto">
            <a:xfrm>
              <a:off x="3695700" y="14382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4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47" name="Rectangle 67"/>
            <p:cNvSpPr>
              <a:spLocks noChangeArrowheads="1"/>
            </p:cNvSpPr>
            <p:nvPr/>
          </p:nvSpPr>
          <p:spPr bwMode="auto">
            <a:xfrm>
              <a:off x="4076700" y="14382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5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48" name="Rectangle 68"/>
            <p:cNvSpPr>
              <a:spLocks noChangeArrowheads="1"/>
            </p:cNvSpPr>
            <p:nvPr/>
          </p:nvSpPr>
          <p:spPr bwMode="auto">
            <a:xfrm>
              <a:off x="4457700" y="14382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6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49" name="Rectangle 69"/>
            <p:cNvSpPr>
              <a:spLocks noChangeArrowheads="1"/>
            </p:cNvSpPr>
            <p:nvPr/>
          </p:nvSpPr>
          <p:spPr bwMode="auto">
            <a:xfrm>
              <a:off x="4838700" y="14382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7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50" name="Rectangle 70"/>
            <p:cNvSpPr>
              <a:spLocks noChangeArrowheads="1"/>
            </p:cNvSpPr>
            <p:nvPr/>
          </p:nvSpPr>
          <p:spPr bwMode="auto">
            <a:xfrm>
              <a:off x="1714500" y="49434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8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51" name="Rectangle 71"/>
            <p:cNvSpPr>
              <a:spLocks noChangeArrowheads="1"/>
            </p:cNvSpPr>
            <p:nvPr/>
          </p:nvSpPr>
          <p:spPr bwMode="auto">
            <a:xfrm>
              <a:off x="1714500" y="22764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1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52" name="Rectangle 72"/>
            <p:cNvSpPr>
              <a:spLocks noChangeArrowheads="1"/>
            </p:cNvSpPr>
            <p:nvPr/>
          </p:nvSpPr>
          <p:spPr bwMode="auto">
            <a:xfrm>
              <a:off x="1714500" y="26574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2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53" name="Rectangle 73"/>
            <p:cNvSpPr>
              <a:spLocks noChangeArrowheads="1"/>
            </p:cNvSpPr>
            <p:nvPr/>
          </p:nvSpPr>
          <p:spPr bwMode="auto">
            <a:xfrm>
              <a:off x="1714500" y="30384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3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54" name="Rectangle 74"/>
            <p:cNvSpPr>
              <a:spLocks noChangeArrowheads="1"/>
            </p:cNvSpPr>
            <p:nvPr/>
          </p:nvSpPr>
          <p:spPr bwMode="auto">
            <a:xfrm>
              <a:off x="1714500" y="34194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4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55" name="Rectangle 75"/>
            <p:cNvSpPr>
              <a:spLocks noChangeArrowheads="1"/>
            </p:cNvSpPr>
            <p:nvPr/>
          </p:nvSpPr>
          <p:spPr bwMode="auto">
            <a:xfrm>
              <a:off x="1714500" y="38004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5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56" name="Rectangle 76"/>
            <p:cNvSpPr>
              <a:spLocks noChangeArrowheads="1"/>
            </p:cNvSpPr>
            <p:nvPr/>
          </p:nvSpPr>
          <p:spPr bwMode="auto">
            <a:xfrm>
              <a:off x="1714500" y="41814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6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57" name="Rectangle 77"/>
            <p:cNvSpPr>
              <a:spLocks noChangeArrowheads="1"/>
            </p:cNvSpPr>
            <p:nvPr/>
          </p:nvSpPr>
          <p:spPr bwMode="auto">
            <a:xfrm>
              <a:off x="1714500" y="45624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7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59" name="Rectangle 79"/>
            <p:cNvSpPr>
              <a:spLocks noChangeArrowheads="1"/>
            </p:cNvSpPr>
            <p:nvPr/>
          </p:nvSpPr>
          <p:spPr bwMode="auto">
            <a:xfrm>
              <a:off x="2171700" y="2276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60" name="Rectangle 80"/>
            <p:cNvSpPr>
              <a:spLocks noChangeArrowheads="1"/>
            </p:cNvSpPr>
            <p:nvPr/>
          </p:nvSpPr>
          <p:spPr bwMode="auto">
            <a:xfrm>
              <a:off x="2171700" y="2657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61" name="Rectangle 81"/>
            <p:cNvSpPr>
              <a:spLocks noChangeArrowheads="1"/>
            </p:cNvSpPr>
            <p:nvPr/>
          </p:nvSpPr>
          <p:spPr bwMode="auto">
            <a:xfrm>
              <a:off x="2171700" y="3038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62" name="Rectangle 82"/>
            <p:cNvSpPr>
              <a:spLocks noChangeArrowheads="1"/>
            </p:cNvSpPr>
            <p:nvPr/>
          </p:nvSpPr>
          <p:spPr bwMode="auto">
            <a:xfrm>
              <a:off x="2171700" y="3419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63" name="Rectangle 83"/>
            <p:cNvSpPr>
              <a:spLocks noChangeArrowheads="1"/>
            </p:cNvSpPr>
            <p:nvPr/>
          </p:nvSpPr>
          <p:spPr bwMode="auto">
            <a:xfrm>
              <a:off x="2171700" y="3800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64" name="Rectangle 84"/>
            <p:cNvSpPr>
              <a:spLocks noChangeArrowheads="1"/>
            </p:cNvSpPr>
            <p:nvPr/>
          </p:nvSpPr>
          <p:spPr bwMode="auto">
            <a:xfrm>
              <a:off x="2171700" y="4181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65" name="Rectangle 85"/>
            <p:cNvSpPr>
              <a:spLocks noChangeArrowheads="1"/>
            </p:cNvSpPr>
            <p:nvPr/>
          </p:nvSpPr>
          <p:spPr bwMode="auto">
            <a:xfrm>
              <a:off x="2171700" y="4562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66" name="Rectangle 86"/>
            <p:cNvSpPr>
              <a:spLocks noChangeArrowheads="1"/>
            </p:cNvSpPr>
            <p:nvPr/>
          </p:nvSpPr>
          <p:spPr bwMode="auto">
            <a:xfrm>
              <a:off x="2171700" y="4943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67" name="Rectangle 87"/>
            <p:cNvSpPr>
              <a:spLocks noChangeArrowheads="1"/>
            </p:cNvSpPr>
            <p:nvPr/>
          </p:nvSpPr>
          <p:spPr bwMode="auto">
            <a:xfrm>
              <a:off x="2171700" y="5324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68" name="Rectangle 88"/>
            <p:cNvSpPr>
              <a:spLocks noChangeArrowheads="1"/>
            </p:cNvSpPr>
            <p:nvPr/>
          </p:nvSpPr>
          <p:spPr bwMode="auto">
            <a:xfrm>
              <a:off x="1714500" y="53244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9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69" name="Rectangle 89"/>
            <p:cNvSpPr>
              <a:spLocks noChangeArrowheads="1"/>
            </p:cNvSpPr>
            <p:nvPr/>
          </p:nvSpPr>
          <p:spPr bwMode="auto">
            <a:xfrm>
              <a:off x="5600700" y="2276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70" name="Rectangle 90"/>
            <p:cNvSpPr>
              <a:spLocks noChangeArrowheads="1"/>
            </p:cNvSpPr>
            <p:nvPr/>
          </p:nvSpPr>
          <p:spPr bwMode="auto">
            <a:xfrm>
              <a:off x="5600700" y="2657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71" name="Rectangle 91"/>
            <p:cNvSpPr>
              <a:spLocks noChangeArrowheads="1"/>
            </p:cNvSpPr>
            <p:nvPr/>
          </p:nvSpPr>
          <p:spPr bwMode="auto">
            <a:xfrm>
              <a:off x="5600700" y="3038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72" name="Rectangle 92"/>
            <p:cNvSpPr>
              <a:spLocks noChangeArrowheads="1"/>
            </p:cNvSpPr>
            <p:nvPr/>
          </p:nvSpPr>
          <p:spPr bwMode="auto">
            <a:xfrm>
              <a:off x="5600700" y="3419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73" name="Rectangle 93"/>
            <p:cNvSpPr>
              <a:spLocks noChangeArrowheads="1"/>
            </p:cNvSpPr>
            <p:nvPr/>
          </p:nvSpPr>
          <p:spPr bwMode="auto">
            <a:xfrm>
              <a:off x="5600700" y="3800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74" name="Rectangle 94"/>
            <p:cNvSpPr>
              <a:spLocks noChangeArrowheads="1"/>
            </p:cNvSpPr>
            <p:nvPr/>
          </p:nvSpPr>
          <p:spPr bwMode="auto">
            <a:xfrm>
              <a:off x="5600700" y="4181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75" name="Rectangle 95"/>
            <p:cNvSpPr>
              <a:spLocks noChangeArrowheads="1"/>
            </p:cNvSpPr>
            <p:nvPr/>
          </p:nvSpPr>
          <p:spPr bwMode="auto">
            <a:xfrm>
              <a:off x="5600700" y="4562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76" name="Rectangle 96"/>
            <p:cNvSpPr>
              <a:spLocks noChangeArrowheads="1"/>
            </p:cNvSpPr>
            <p:nvPr/>
          </p:nvSpPr>
          <p:spPr bwMode="auto">
            <a:xfrm>
              <a:off x="5600700" y="4943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77" name="Rectangle 97"/>
            <p:cNvSpPr>
              <a:spLocks noChangeArrowheads="1"/>
            </p:cNvSpPr>
            <p:nvPr/>
          </p:nvSpPr>
          <p:spPr bwMode="auto">
            <a:xfrm>
              <a:off x="5600700" y="5324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78" name="Rectangle 98"/>
            <p:cNvSpPr>
              <a:spLocks noChangeArrowheads="1"/>
            </p:cNvSpPr>
            <p:nvPr/>
          </p:nvSpPr>
          <p:spPr bwMode="auto">
            <a:xfrm>
              <a:off x="2933700" y="5324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79" name="Rectangle 99"/>
            <p:cNvSpPr>
              <a:spLocks noChangeArrowheads="1"/>
            </p:cNvSpPr>
            <p:nvPr/>
          </p:nvSpPr>
          <p:spPr bwMode="auto">
            <a:xfrm>
              <a:off x="3314700" y="5324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80" name="Rectangle 100"/>
            <p:cNvSpPr>
              <a:spLocks noChangeArrowheads="1"/>
            </p:cNvSpPr>
            <p:nvPr/>
          </p:nvSpPr>
          <p:spPr bwMode="auto">
            <a:xfrm>
              <a:off x="3695700" y="5324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81" name="Rectangle 101"/>
            <p:cNvSpPr>
              <a:spLocks noChangeArrowheads="1"/>
            </p:cNvSpPr>
            <p:nvPr/>
          </p:nvSpPr>
          <p:spPr bwMode="auto">
            <a:xfrm>
              <a:off x="4076700" y="5324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82" name="Rectangle 102"/>
            <p:cNvSpPr>
              <a:spLocks noChangeArrowheads="1"/>
            </p:cNvSpPr>
            <p:nvPr/>
          </p:nvSpPr>
          <p:spPr bwMode="auto">
            <a:xfrm>
              <a:off x="4457700" y="5324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83" name="Rectangle 103"/>
            <p:cNvSpPr>
              <a:spLocks noChangeArrowheads="1"/>
            </p:cNvSpPr>
            <p:nvPr/>
          </p:nvSpPr>
          <p:spPr bwMode="auto">
            <a:xfrm>
              <a:off x="4838700" y="5324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84" name="Rectangle 104"/>
            <p:cNvSpPr>
              <a:spLocks noChangeArrowheads="1"/>
            </p:cNvSpPr>
            <p:nvPr/>
          </p:nvSpPr>
          <p:spPr bwMode="auto">
            <a:xfrm>
              <a:off x="5219700" y="5324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85" name="Rectangle 105"/>
            <p:cNvSpPr>
              <a:spLocks noChangeArrowheads="1"/>
            </p:cNvSpPr>
            <p:nvPr/>
          </p:nvSpPr>
          <p:spPr bwMode="auto">
            <a:xfrm>
              <a:off x="2552700" y="5324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86" name="Rectangle 106"/>
            <p:cNvSpPr>
              <a:spLocks noChangeArrowheads="1"/>
            </p:cNvSpPr>
            <p:nvPr/>
          </p:nvSpPr>
          <p:spPr bwMode="auto">
            <a:xfrm>
              <a:off x="2171700" y="1895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87" name="Rectangle 107"/>
            <p:cNvSpPr>
              <a:spLocks noChangeArrowheads="1"/>
            </p:cNvSpPr>
            <p:nvPr/>
          </p:nvSpPr>
          <p:spPr bwMode="auto">
            <a:xfrm>
              <a:off x="5600700" y="1895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88" name="Rectangle 108"/>
            <p:cNvSpPr>
              <a:spLocks noChangeArrowheads="1"/>
            </p:cNvSpPr>
            <p:nvPr/>
          </p:nvSpPr>
          <p:spPr bwMode="auto">
            <a:xfrm>
              <a:off x="2933700" y="1895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89" name="Rectangle 109"/>
            <p:cNvSpPr>
              <a:spLocks noChangeArrowheads="1"/>
            </p:cNvSpPr>
            <p:nvPr/>
          </p:nvSpPr>
          <p:spPr bwMode="auto">
            <a:xfrm>
              <a:off x="3314700" y="1895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90" name="Rectangle 110"/>
            <p:cNvSpPr>
              <a:spLocks noChangeArrowheads="1"/>
            </p:cNvSpPr>
            <p:nvPr/>
          </p:nvSpPr>
          <p:spPr bwMode="auto">
            <a:xfrm>
              <a:off x="3695700" y="1895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91" name="Rectangle 111"/>
            <p:cNvSpPr>
              <a:spLocks noChangeArrowheads="1"/>
            </p:cNvSpPr>
            <p:nvPr/>
          </p:nvSpPr>
          <p:spPr bwMode="auto">
            <a:xfrm>
              <a:off x="4076700" y="1895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92" name="Rectangle 112"/>
            <p:cNvSpPr>
              <a:spLocks noChangeArrowheads="1"/>
            </p:cNvSpPr>
            <p:nvPr/>
          </p:nvSpPr>
          <p:spPr bwMode="auto">
            <a:xfrm>
              <a:off x="4457700" y="1895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93" name="Rectangle 113"/>
            <p:cNvSpPr>
              <a:spLocks noChangeArrowheads="1"/>
            </p:cNvSpPr>
            <p:nvPr/>
          </p:nvSpPr>
          <p:spPr bwMode="auto">
            <a:xfrm>
              <a:off x="4838700" y="1895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94" name="Rectangle 114"/>
            <p:cNvSpPr>
              <a:spLocks noChangeArrowheads="1"/>
            </p:cNvSpPr>
            <p:nvPr/>
          </p:nvSpPr>
          <p:spPr bwMode="auto">
            <a:xfrm>
              <a:off x="5219700" y="1895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95" name="Rectangle 115"/>
            <p:cNvSpPr>
              <a:spLocks noChangeArrowheads="1"/>
            </p:cNvSpPr>
            <p:nvPr/>
          </p:nvSpPr>
          <p:spPr bwMode="auto">
            <a:xfrm>
              <a:off x="2552700" y="1895475"/>
              <a:ext cx="381000" cy="381000"/>
            </a:xfrm>
            <a:prstGeom prst="rect">
              <a:avLst/>
            </a:prstGeom>
            <a:solidFill>
              <a:schemeClr val="accent1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396" name="Rectangle 116"/>
            <p:cNvSpPr>
              <a:spLocks noChangeArrowheads="1"/>
            </p:cNvSpPr>
            <p:nvPr/>
          </p:nvSpPr>
          <p:spPr bwMode="auto">
            <a:xfrm>
              <a:off x="2171700" y="14382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0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97" name="Rectangle 117"/>
            <p:cNvSpPr>
              <a:spLocks noChangeArrowheads="1"/>
            </p:cNvSpPr>
            <p:nvPr/>
          </p:nvSpPr>
          <p:spPr bwMode="auto">
            <a:xfrm>
              <a:off x="5600700" y="14382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9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398" name="Rectangle 118"/>
            <p:cNvSpPr>
              <a:spLocks noChangeArrowheads="1"/>
            </p:cNvSpPr>
            <p:nvPr/>
          </p:nvSpPr>
          <p:spPr bwMode="auto">
            <a:xfrm>
              <a:off x="1714500" y="1895475"/>
              <a:ext cx="381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0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pic>
          <p:nvPicPr>
            <p:cNvPr id="97399" name="Picture 11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2700" y="2276475"/>
              <a:ext cx="381000" cy="38100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401" name="Rectangle 128"/>
            <p:cNvSpPr>
              <a:spLocks noChangeArrowheads="1"/>
            </p:cNvSpPr>
            <p:nvPr/>
          </p:nvSpPr>
          <p:spPr bwMode="auto">
            <a:xfrm>
              <a:off x="5219700" y="3794125"/>
              <a:ext cx="381000" cy="381000"/>
            </a:xfrm>
            <a:prstGeom prst="rect">
              <a:avLst/>
            </a:prstGeom>
            <a:solidFill>
              <a:srgbClr val="FF0000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dirty="0">
                  <a:latin typeface="Times" pitchFamily="2" charset="0"/>
                </a:rPr>
                <a:t>13</a:t>
              </a:r>
              <a:endParaRPr lang="en-US" altLang="zh-CN" sz="2400" dirty="0">
                <a:latin typeface="Times" pitchFamily="2" charset="0"/>
              </a:endParaRPr>
            </a:p>
          </p:txBody>
        </p:sp>
        <p:sp>
          <p:nvSpPr>
            <p:cNvPr id="97402" name="Rectangle 129"/>
            <p:cNvSpPr>
              <a:spLocks noChangeArrowheads="1"/>
            </p:cNvSpPr>
            <p:nvPr/>
          </p:nvSpPr>
          <p:spPr bwMode="auto">
            <a:xfrm>
              <a:off x="4084638" y="4951413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7403" name="Rectangle 130"/>
            <p:cNvSpPr>
              <a:spLocks noChangeArrowheads="1"/>
            </p:cNvSpPr>
            <p:nvPr/>
          </p:nvSpPr>
          <p:spPr bwMode="auto">
            <a:xfrm>
              <a:off x="4076700" y="4562475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10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404" name="Rectangle 131"/>
            <p:cNvSpPr>
              <a:spLocks noChangeArrowheads="1"/>
            </p:cNvSpPr>
            <p:nvPr/>
          </p:nvSpPr>
          <p:spPr bwMode="auto">
            <a:xfrm>
              <a:off x="4084638" y="4951413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ahoma" panose="020B0604030504040204" pitchFamily="34" charset="0"/>
                </a:rPr>
                <a:t>11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97405" name="Rectangle 132"/>
            <p:cNvSpPr>
              <a:spLocks noChangeArrowheads="1"/>
            </p:cNvSpPr>
            <p:nvPr/>
          </p:nvSpPr>
          <p:spPr bwMode="auto">
            <a:xfrm>
              <a:off x="4840288" y="4951413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406" name="Rectangle 60"/>
            <p:cNvSpPr>
              <a:spLocks noChangeArrowheads="1"/>
            </p:cNvSpPr>
            <p:nvPr/>
          </p:nvSpPr>
          <p:spPr bwMode="auto">
            <a:xfrm>
              <a:off x="4826000" y="3806825"/>
              <a:ext cx="381000" cy="381000"/>
            </a:xfrm>
            <a:prstGeom prst="rect">
              <a:avLst/>
            </a:prstGeom>
            <a:solidFill>
              <a:srgbClr val="FFFF99"/>
            </a:solidFill>
            <a:ln w="9525" cmpd="sng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Times New Roman" panose="02020603050405020304" pitchFamily="18" charset="0"/>
                </a:rPr>
                <a:t>12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7407" name="Rectangle 31"/>
            <p:cNvSpPr>
              <a:spLocks noChangeArrowheads="1"/>
            </p:cNvSpPr>
            <p:nvPr/>
          </p:nvSpPr>
          <p:spPr bwMode="auto">
            <a:xfrm>
              <a:off x="4838700" y="3421063"/>
              <a:ext cx="381000" cy="381000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13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8" name="Rectangle 3"/>
          <p:cNvSpPr txBox="1"/>
          <p:nvPr/>
        </p:nvSpPr>
        <p:spPr bwMode="auto">
          <a:xfrm>
            <a:off x="363891" y="99075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Maze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Deque ADT</a:t>
            </a:r>
            <a:endParaRPr lang="en-US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Deque</a:t>
            </a:r>
            <a:r>
              <a:rPr lang="en-US" altLang="zh-CN" dirty="0"/>
              <a:t> = Double-ended queue</a:t>
            </a:r>
            <a:endParaRPr lang="en-US" altLang="zh-CN" dirty="0"/>
          </a:p>
          <a:p>
            <a:pPr lvl="1"/>
            <a:r>
              <a:rPr lang="en-US" altLang="zh-CN" dirty="0"/>
              <a:t>pronounced like "deck"</a:t>
            </a:r>
            <a:endParaRPr lang="en-US" altLang="en-US" dirty="0"/>
          </a:p>
          <a:p>
            <a:r>
              <a:rPr lang="en-US" altLang="en-US" dirty="0"/>
              <a:t>Uses an explicit linear ordering</a:t>
            </a:r>
            <a:endParaRPr lang="en-US" altLang="en-US" dirty="0"/>
          </a:p>
          <a:p>
            <a:r>
              <a:rPr lang="en-US" altLang="en-US" dirty="0"/>
              <a:t>Allows insertion/removal at both the front and the back of the </a:t>
            </a:r>
            <a:r>
              <a:rPr lang="en-US" altLang="en-US" dirty="0" err="1"/>
              <a:t>deque</a:t>
            </a:r>
            <a:endParaRPr lang="en-US" altLang="en-US" dirty="0"/>
          </a:p>
        </p:txBody>
      </p:sp>
      <p:pic>
        <p:nvPicPr>
          <p:cNvPr id="6148" name="Picture 5" descr="C:\Users\dwharder\Desktop\de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3421683"/>
            <a:ext cx="5572125" cy="108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Useful as a general-purpose tool: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used as either a queue or a stack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Can be used in certain job scheduling algorithms for parallel programming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Implementations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Can we use linked list?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Pop_back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requires </a:t>
            </a:r>
            <a:r>
              <a:rPr lang="en-CA" altLang="zh-CN" b="1" dirty="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CA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altLang="zh-CN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CA" altLang="zh-C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Two efficient implementations: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Doubly linked list 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Circular array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Queue ADT</a:t>
            </a:r>
            <a:endParaRPr lang="en-US" altLang="zh-CN" dirty="0"/>
          </a:p>
          <a:p>
            <a:pPr lvl="1"/>
            <a:r>
              <a:rPr lang="en-US" altLang="zh-CN" dirty="0"/>
              <a:t>Push, pop, FIFO</a:t>
            </a:r>
            <a:endParaRPr lang="en-US" altLang="zh-CN" dirty="0"/>
          </a:p>
          <a:p>
            <a:r>
              <a:rPr lang="en-US" altLang="zh-CN" dirty="0"/>
              <a:t>Implementation</a:t>
            </a:r>
            <a:endParaRPr lang="en-US" altLang="zh-CN" dirty="0"/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Singly linked lists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Circular arrays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Standard Template Library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An example of a queue in the STL is: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Arial" panose="020B0604020202020204" pitchFamily="34" charset="0"/>
              </a:rPr>
              <a:t>		#include &lt;iostream&gt;</a:t>
            </a: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Arial" panose="020B0604020202020204" pitchFamily="34" charset="0"/>
              </a:rPr>
              <a:t>		#include &lt;queue&gt;</a:t>
            </a: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Arial" panose="020B0604020202020204" pitchFamily="34" charset="0"/>
              </a:rPr>
              <a:t>		using namespace std;</a:t>
            </a: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Arial" panose="020B0604020202020204" pitchFamily="34" charset="0"/>
              </a:rPr>
              <a:t>		int main() {</a:t>
            </a: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Arial" panose="020B0604020202020204" pitchFamily="34" charset="0"/>
              </a:rPr>
              <a:t>		    queue &lt;int&gt; iqueue;</a:t>
            </a: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Arial" panose="020B0604020202020204" pitchFamily="34" charset="0"/>
              </a:rPr>
              <a:t>		    iqueue.push( 13 );</a:t>
            </a: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Arial" panose="020B0604020202020204" pitchFamily="34" charset="0"/>
              </a:rPr>
              <a:t>		    iqueue.push( 42 );</a:t>
            </a: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Arial" panose="020B0604020202020204" pitchFamily="34" charset="0"/>
              </a:rPr>
              <a:t>		    cout &lt;&lt; "Head: " &lt;&lt; iqueue.front() &lt;&lt; endl;</a:t>
            </a: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Arial" panose="020B0604020202020204" pitchFamily="34" charset="0"/>
              </a:rPr>
              <a:t>		    iqueue.pop();                        </a:t>
            </a:r>
            <a:r>
              <a:rPr lang="en-US" sz="140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// no return value</a:t>
            </a:r>
            <a:endParaRPr lang="en-US" sz="1400">
              <a:solidFill>
                <a:srgbClr val="00B0F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Arial" panose="020B0604020202020204" pitchFamily="34" charset="0"/>
              </a:rPr>
              <a:t>		    cout &lt;&lt; "Head: " &lt;&lt; iqueue.front() &lt;&lt; endl;</a:t>
            </a: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Arial" panose="020B0604020202020204" pitchFamily="34" charset="0"/>
              </a:rPr>
              <a:t>		    cout &lt;&lt; "Size: " &lt;&lt; iqueue.size() &lt;&lt; endl;</a:t>
            </a: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Arial" panose="020B0604020202020204" pitchFamily="34" charset="0"/>
              </a:rPr>
              <a:t>		    return 0;</a:t>
            </a: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sz="1400">
                <a:latin typeface="Consolas" panose="020B0609020204030204" pitchFamily="49" charset="0"/>
                <a:cs typeface="Arial" panose="020B0604020202020204" pitchFamily="34" charset="0"/>
              </a:rPr>
              <a:t>		}</a:t>
            </a:r>
            <a:endParaRPr lang="en-US" sz="140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10165</Words>
  <Application>WPS 演示</Application>
  <PresentationFormat>On-screen Show (4:3)</PresentationFormat>
  <Paragraphs>1927</Paragraphs>
  <Slides>57</Slides>
  <Notes>42</Notes>
  <HiddenSlides>12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4" baseType="lpstr">
      <vt:lpstr>Arial</vt:lpstr>
      <vt:lpstr>宋体</vt:lpstr>
      <vt:lpstr>Wingdings</vt:lpstr>
      <vt:lpstr>Calibri</vt:lpstr>
      <vt:lpstr>Arial</vt:lpstr>
      <vt:lpstr>Symbol</vt:lpstr>
      <vt:lpstr>Times New Roman</vt:lpstr>
      <vt:lpstr>微软雅黑</vt:lpstr>
      <vt:lpstr>Arial Unicode MS</vt:lpstr>
      <vt:lpstr>Consolas</vt:lpstr>
      <vt:lpstr>Courier New</vt:lpstr>
      <vt:lpstr>Cambria Math</vt:lpstr>
      <vt:lpstr>Tahoma</vt:lpstr>
      <vt:lpstr>楷体_GB2312</vt:lpstr>
      <vt:lpstr>新宋体</vt:lpstr>
      <vt:lpstr>Times</vt:lpstr>
      <vt:lpstr>Custom Design</vt:lpstr>
      <vt:lpstr>CS101 Algorithms and Data Structures</vt:lpstr>
      <vt:lpstr>Outline</vt:lpstr>
      <vt:lpstr>Queue ADT</vt:lpstr>
      <vt:lpstr>Queue ADT</vt:lpstr>
      <vt:lpstr>Queue ADT</vt:lpstr>
      <vt:lpstr>Applications</vt:lpstr>
      <vt:lpstr>Applications</vt:lpstr>
      <vt:lpstr>Applications</vt:lpstr>
      <vt:lpstr>Outline</vt:lpstr>
      <vt:lpstr>Implementations</vt:lpstr>
      <vt:lpstr>Linked-List Implementation</vt:lpstr>
      <vt:lpstr>Single_list Definition</vt:lpstr>
      <vt:lpstr>Queue-as-List Class</vt:lpstr>
      <vt:lpstr>Queue-as-List Class</vt:lpstr>
      <vt:lpstr>Array Implementation</vt:lpstr>
      <vt:lpstr>Array Implementation</vt:lpstr>
      <vt:lpstr>Array Implementation</vt:lpstr>
      <vt:lpstr>Queue-as-Array Class</vt:lpstr>
      <vt:lpstr>Constructor</vt:lpstr>
      <vt:lpstr>Member Functions</vt:lpstr>
      <vt:lpstr>Member Functions</vt:lpstr>
      <vt:lpstr>Member Functions</vt:lpstr>
      <vt:lpstr>Member Functions</vt:lpstr>
      <vt:lpstr>Member Functions</vt:lpstr>
      <vt:lpstr>Member Functions</vt:lpstr>
      <vt:lpstr>Member Functions</vt:lpstr>
      <vt:lpstr>Member Functions</vt:lpstr>
      <vt:lpstr>Member Functions</vt:lpstr>
      <vt:lpstr>Member Functions</vt:lpstr>
      <vt:lpstr>Member Functions</vt:lpstr>
      <vt:lpstr>Exceptions</vt:lpstr>
      <vt:lpstr>Increasing Capacity</vt:lpstr>
      <vt:lpstr>Increasing Capacity</vt:lpstr>
      <vt:lpstr>Increasing Capacity</vt:lpstr>
      <vt:lpstr>Destructor</vt:lpstr>
      <vt:lpstr>Outline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Deque ADT</vt:lpstr>
      <vt:lpstr>Applications</vt:lpstr>
      <vt:lpstr>Implementations</vt:lpstr>
      <vt:lpstr>Summary</vt:lpstr>
      <vt:lpstr>Standard Template Library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ECE 250 Algorithms and Data Structures</dc:title>
  <dc:creator>dwharder</dc:creator>
  <cp:lastModifiedBy>山河遗海</cp:lastModifiedBy>
  <cp:revision>1403</cp:revision>
  <dcterms:created xsi:type="dcterms:W3CDTF">2009-09-11T23:00:00Z</dcterms:created>
  <dcterms:modified xsi:type="dcterms:W3CDTF">2025-10-17T01:59:12Z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D58044CB66DB4757AF2FDA8AAB5E523E_13</vt:lpwstr>
  </property>
  <property fmtid="{D5CDD505-2E9C-101B-9397-08002B2CF9AE}" pid="3" name="KSOProductBuildVer">
    <vt:lpwstr>2052-12.1.0.22089</vt:lpwstr>
  </property>
</Properties>
</file>