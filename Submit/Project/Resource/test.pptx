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1" r:id="rId5"/>
    <p:sldId id="262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B8B4B-74C7-BA89-D8F2-2F177C1F0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565689-F9AA-38DF-B18D-4FDEC3617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83A840-3691-3802-9A7C-F6ED4B05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AEAE3-F384-549D-3C79-B678B9CE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8F49D1-9F60-FEC1-DF2A-88A14D41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89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2384C-BCFF-39FE-6FD5-648D3563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57E49C-21D8-69F9-FF25-F1C9A442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8963B-68EB-A160-E40E-2D57A0B0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A6B60-FC6E-B43A-188D-199A5A1B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63E42D-54B0-3CE7-6A44-2DDA5D9C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FD4C2-A829-4F03-FCDD-CB6FA569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6E8C9B-CDB3-1C7E-7F56-75ADE1E89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B850B-E330-ACA7-270E-17BEBB33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85392-B485-2F89-823B-DFDE728C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3B874-D0AE-94CC-2D90-39A642CA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94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1B775-96D4-40B5-C468-0A20B64E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CB7E1-C6E0-E6C8-6AD9-0FF4AC7EC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9E33F8-536B-6DE0-21B3-CB4695A6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5ED3C5-0E63-671F-6CC8-5B8879A9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74935F-C1E8-2920-C5CE-ACF2D206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DD997-6FBC-0A50-468C-7D10ABCF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39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F2DF8-0DA3-4A22-996C-76C87071D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562324-D812-0F97-A650-D4CB48BBD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C676D7-30D8-77F8-475A-EE55AB278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31A3D9-A3FE-5F2C-7EAA-3FF616DE7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67826B-6DE0-86CB-3BEB-4E91436DF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553CBD-4E2E-EAE3-5D14-AB07B7FA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C63B67-6543-8B85-6F2B-E35A9A1A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C58C9D-4E24-D161-8FBE-120E7173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67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F7698-63AA-35C1-5228-E5D57FA6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F5F727-15D3-A9E5-422A-6A5DF3E0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553762-0B6B-DF8B-CDAC-94FF7477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3EA664-6AF8-5C72-E6F7-AEDC13B5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62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7B5D64-A220-A408-C947-5C1991D5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1089DD-0D50-2E0E-BA64-7D7FB98A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1C02E6-74F7-373E-F67E-7F16C525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0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D7ADA-6BAA-815C-D939-FD60667F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DD4F3-42DF-CFF5-804F-44246939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803D01-E5EF-44D6-0002-E47235C88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9A29DB-7938-535A-4988-4228C924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F673B-8B28-20E2-44A1-ACE567A7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108BA5-6F9E-7550-B6E8-5CB66DAF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38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D4CA5-CBF1-2399-9BED-EBA231F8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2872C1-539A-CA5E-A18E-0C3BE963A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D34A37-90D3-EF14-8040-F1D1E566C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C53134-0A2F-1B92-9822-1232EA8C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5CA41A-1187-543D-BB62-DCEB56C5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38DA56-EBEB-7399-A294-D28218E5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14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2A610-A75E-E03E-3AF4-65C77B54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AA2D4A-F55B-CF44-D208-CFAEE6D1D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43434-0B0F-D2D1-CC80-36039645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8C044A-F5EF-A58D-BA35-EA4291E8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1293B-E31F-3EB7-45C7-7B5A93EF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50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AA2E14-BBAD-A476-E525-779CBC89C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FD85D7-0941-5BD5-66A3-636603805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96F5E-F7FF-0B0B-7986-493E294C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43108-632D-4902-BBEA-94E62CFF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6C6BA-C70C-47F7-A491-522FBA12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989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63EB95-0FA5-63E6-C774-9BA44EA6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80EECE-C000-C878-F23D-CA11DA2A8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CE7E23-789B-9494-EEF8-EB09498BF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ADB45-7020-4AC8-9BD2-23D5991758D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DB1FFE-0688-6C86-898C-6024B520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BEF23-EE4B-E0CC-4D15-F69D9BCA5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5CE38-A4BE-4FAD-873F-FC48A7E12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0C7C8-C6AD-A30F-70DB-ED46416E2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500" y="2251587"/>
            <a:ext cx="2667000" cy="796234"/>
          </a:xfrm>
        </p:spPr>
        <p:txBody>
          <a:bodyPr>
            <a:noAutofit/>
          </a:bodyPr>
          <a:lstStyle/>
          <a:p>
            <a:pPr algn="just"/>
            <a:r>
              <a:rPr lang="en-US" altLang="zh-CN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Today, </a:t>
            </a:r>
            <a:endParaRPr lang="zh-CN" altLang="en-US" dirty="0">
              <a:solidFill>
                <a:schemeClr val="bg1"/>
              </a:solidFill>
              <a:latin typeface="Fusion Pixel 12px M zh_hans" panose="00000009000000000000" pitchFamily="49" charset="2"/>
              <a:ea typeface="Fusion Pixel 12px M zh_hans" panose="00000009000000000000" pitchFamily="49" charset="2"/>
              <a:cs typeface="Fusion Pixel 12px M zh_hans" panose="00000009000000000000" pitchFamily="49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C8E92E-6EBA-5A48-38F5-B3B69B0521E0}"/>
              </a:ext>
            </a:extLst>
          </p:cNvPr>
          <p:cNvSpPr txBox="1"/>
          <p:nvPr/>
        </p:nvSpPr>
        <p:spPr>
          <a:xfrm>
            <a:off x="3330678" y="3810180"/>
            <a:ext cx="55306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6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we introduce…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57168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A0C8B8-BE81-2908-CE6C-678D70C61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2285"/>
            <a:ext cx="12192000" cy="40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9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A080BB0-4475-205A-9729-B54468E06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4562" cy="684535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BFEC0F3-8BA2-5E8A-0AB6-3B64D79B2D43}"/>
              </a:ext>
            </a:extLst>
          </p:cNvPr>
          <p:cNvSpPr txBox="1"/>
          <p:nvPr/>
        </p:nvSpPr>
        <p:spPr>
          <a:xfrm>
            <a:off x="3695343" y="3068734"/>
            <a:ext cx="2749471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双人协作，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77A40D-DC5D-823A-81CB-275889CF8552}"/>
              </a:ext>
            </a:extLst>
          </p:cNvPr>
          <p:cNvSpPr txBox="1"/>
          <p:nvPr/>
        </p:nvSpPr>
        <p:spPr>
          <a:xfrm>
            <a:off x="6567948" y="4621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6F3936-399F-7037-2BC6-96BFCC0A19F6}"/>
              </a:ext>
            </a:extLst>
          </p:cNvPr>
          <p:cNvSpPr txBox="1"/>
          <p:nvPr/>
        </p:nvSpPr>
        <p:spPr>
          <a:xfrm>
            <a:off x="6107281" y="3068734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共享乐趣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8179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520D1C6-E14E-D56D-2115-4E409EB9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163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B733399-3CC2-1849-3775-256BCC326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"/>
            <a:ext cx="6096000" cy="3416355"/>
          </a:xfrm>
          <a:prstGeom prst="rect">
            <a:avLst/>
          </a:prstGeom>
        </p:spPr>
      </p:pic>
      <p:pic>
        <p:nvPicPr>
          <p:cNvPr id="4" name="内容占位符 12">
            <a:extLst>
              <a:ext uri="{FF2B5EF4-FFF2-40B4-BE49-F238E27FC236}">
                <a16:creationId xmlns:a16="http://schemas.microsoft.com/office/drawing/2014/main" id="{9B2A2054-64F4-F45F-F831-46BD6A229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416354"/>
            <a:ext cx="6096000" cy="34414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DFF211-9183-9B0F-2526-EB99B4C3C709}"/>
              </a:ext>
            </a:extLst>
          </p:cNvPr>
          <p:cNvSpPr txBox="1"/>
          <p:nvPr/>
        </p:nvSpPr>
        <p:spPr>
          <a:xfrm>
            <a:off x="386686" y="4691020"/>
            <a:ext cx="2749471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状态变化，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E9F385-8FB8-4927-E3D7-13D541AA6A99}"/>
              </a:ext>
            </a:extLst>
          </p:cNvPr>
          <p:cNvSpPr txBox="1"/>
          <p:nvPr/>
        </p:nvSpPr>
        <p:spPr>
          <a:xfrm>
            <a:off x="9656725" y="478313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惊险刺激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19356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AD19E7-8D79-A358-9E1C-F7E6F38DF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63" y="1996286"/>
            <a:ext cx="755234" cy="7552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C57FE5-1C93-9688-60A0-523474182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45" y="1949121"/>
            <a:ext cx="424782" cy="8495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7B11571-8C94-56CC-7719-88340B467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194" y="1825755"/>
            <a:ext cx="1096296" cy="109629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46F2B3D-5C33-7593-03A8-531BA25C6943}"/>
              </a:ext>
            </a:extLst>
          </p:cNvPr>
          <p:cNvSpPr txBox="1"/>
          <p:nvPr/>
        </p:nvSpPr>
        <p:spPr>
          <a:xfrm>
            <a:off x="6462258" y="1825755"/>
            <a:ext cx="4124402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神奇的妙妙工具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7A1295E-61CE-17D3-A237-6B8B94609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312" y="4093783"/>
            <a:ext cx="2340295" cy="145344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F7EAC1C-E6E7-41D4-6506-D7F5CF3E4E6E}"/>
              </a:ext>
            </a:extLst>
          </p:cNvPr>
          <p:cNvSpPr txBox="1"/>
          <p:nvPr/>
        </p:nvSpPr>
        <p:spPr>
          <a:xfrm>
            <a:off x="1971598" y="4456731"/>
            <a:ext cx="4124402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通往未知的门扉</a:t>
            </a:r>
          </a:p>
        </p:txBody>
      </p:sp>
    </p:spTree>
    <p:extLst>
      <p:ext uri="{BB962C8B-B14F-4D97-AF65-F5344CB8AC3E}">
        <p14:creationId xmlns:p14="http://schemas.microsoft.com/office/powerpoint/2010/main" val="7596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FA01A7-9BDA-2514-F8BB-1663B8831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50" y="3596448"/>
            <a:ext cx="583766" cy="6671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6347A3-1341-A2A9-AA77-F8FFE7AE5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83" y="2384243"/>
            <a:ext cx="2123767" cy="20895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8E9B114-A0B7-D01F-3801-3B364AA732A1}"/>
              </a:ext>
            </a:extLst>
          </p:cNvPr>
          <p:cNvSpPr txBox="1"/>
          <p:nvPr/>
        </p:nvSpPr>
        <p:spPr>
          <a:xfrm>
            <a:off x="6549941" y="3242505"/>
            <a:ext cx="3860422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步步紧逼的敌人</a:t>
            </a:r>
          </a:p>
        </p:txBody>
      </p:sp>
    </p:spTree>
    <p:extLst>
      <p:ext uri="{BB962C8B-B14F-4D97-AF65-F5344CB8AC3E}">
        <p14:creationId xmlns:p14="http://schemas.microsoft.com/office/powerpoint/2010/main" val="271503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8A54EA-3213-2C48-A7CB-843653CC63FE}"/>
              </a:ext>
            </a:extLst>
          </p:cNvPr>
          <p:cNvSpPr txBox="1"/>
          <p:nvPr/>
        </p:nvSpPr>
        <p:spPr>
          <a:xfrm>
            <a:off x="4395019" y="2921168"/>
            <a:ext cx="3401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敬请期待</a:t>
            </a:r>
          </a:p>
        </p:txBody>
      </p:sp>
    </p:spTree>
    <p:extLst>
      <p:ext uri="{BB962C8B-B14F-4D97-AF65-F5344CB8AC3E}">
        <p14:creationId xmlns:p14="http://schemas.microsoft.com/office/powerpoint/2010/main" val="2269619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0FD54A-1B3B-A519-440E-CFC14C5D6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141" y="2459504"/>
            <a:ext cx="60837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程序开发：丁子沐</a:t>
            </a:r>
            <a:r>
              <a:rPr lang="en-US" altLang="zh-CN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/</a:t>
            </a: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施明睿</a:t>
            </a:r>
            <a:endParaRPr lang="en-US" altLang="zh-CN" sz="4000" dirty="0">
              <a:solidFill>
                <a:schemeClr val="bg1"/>
              </a:solidFill>
              <a:latin typeface="Fusion Pixel 12px M zh_hans" panose="00000009000000000000" pitchFamily="49" charset="2"/>
              <a:ea typeface="Fusion Pixel 12px M zh_hans" panose="00000009000000000000" pitchFamily="49" charset="2"/>
              <a:cs typeface="Fusion Pixel 12px M zh_hans" panose="00000009000000000000" pitchFamily="49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美术设计：施明睿</a:t>
            </a:r>
            <a:r>
              <a:rPr lang="en-US" altLang="zh-CN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/</a:t>
            </a: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丁子沐</a:t>
            </a:r>
            <a:endParaRPr lang="en-US" altLang="zh-CN" sz="4000" dirty="0">
              <a:solidFill>
                <a:schemeClr val="bg1"/>
              </a:solidFill>
              <a:latin typeface="Fusion Pixel 12px M zh_hans" panose="00000009000000000000" pitchFamily="49" charset="2"/>
              <a:ea typeface="Fusion Pixel 12px M zh_hans" panose="00000009000000000000" pitchFamily="49" charset="2"/>
              <a:cs typeface="Fusion Pixel 12px M zh_hans" panose="00000009000000000000" pitchFamily="49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音效文案：施明睿</a:t>
            </a:r>
            <a:r>
              <a:rPr lang="en-US" altLang="zh-CN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/</a:t>
            </a:r>
            <a:r>
              <a:rPr lang="zh-CN" altLang="en-US" sz="4000" dirty="0">
                <a:solidFill>
                  <a:schemeClr val="bg1"/>
                </a:solidFill>
                <a:latin typeface="Fusion Pixel 12px M zh_hans" panose="00000009000000000000" pitchFamily="49" charset="2"/>
                <a:ea typeface="Fusion Pixel 12px M zh_hans" panose="00000009000000000000" pitchFamily="49" charset="2"/>
                <a:cs typeface="Fusion Pixel 12px M zh_hans" panose="00000009000000000000" pitchFamily="49" charset="2"/>
              </a:rPr>
              <a:t>丁子沐</a:t>
            </a:r>
            <a:endParaRPr lang="en-US" altLang="zh-CN" sz="4000" dirty="0">
              <a:solidFill>
                <a:schemeClr val="bg1"/>
              </a:solidFill>
              <a:latin typeface="Fusion Pixel 12px M zh_hans" panose="00000009000000000000" pitchFamily="49" charset="2"/>
              <a:ea typeface="Fusion Pixel 12px M zh_hans" panose="00000009000000000000" pitchFamily="49" charset="2"/>
              <a:cs typeface="Fusion Pixel 12px M zh_hans" panose="00000009000000000000" pitchFamily="49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129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52</Words>
  <Application>Microsoft Office PowerPoint</Application>
  <PresentationFormat>宽屏</PresentationFormat>
  <Paragraphs>13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Fusion Pixel 12px M zh_hans</vt:lpstr>
      <vt:lpstr>Office 主题​​</vt:lpstr>
      <vt:lpstr>Today,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shi</dc:creator>
  <cp:lastModifiedBy>jian shi</cp:lastModifiedBy>
  <cp:revision>2</cp:revision>
  <dcterms:created xsi:type="dcterms:W3CDTF">2025-12-28T17:55:51Z</dcterms:created>
  <dcterms:modified xsi:type="dcterms:W3CDTF">2025-12-28T18:55:18Z</dcterms:modified>
</cp:coreProperties>
</file>